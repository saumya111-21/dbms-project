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ns" charset="1" panose="020B0606030504020204"/>
      <p:regular r:id="rId14"/>
    </p:embeddedFont>
    <p:embeddedFont>
      <p:font typeface="Inter Bold" charset="1" panose="02000503000000020004"/>
      <p:regular r:id="rId15"/>
    </p:embeddedFont>
    <p:embeddedFont>
      <p:font typeface="Inter" charset="1" panose="02000503000000020004"/>
      <p:regular r:id="rId16"/>
    </p:embeddedFont>
    <p:embeddedFont>
      <p:font typeface="Ubuntu" charset="1" panose="020B050403060203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3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26510" y="411"/>
            <a:ext cx="6847531" cy="10286102"/>
            <a:chOff x="0" y="0"/>
            <a:chExt cx="4286250" cy="64386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6250" cy="6438645"/>
            </a:xfrm>
            <a:custGeom>
              <a:avLst/>
              <a:gdLst/>
              <a:ahLst/>
              <a:cxnLst/>
              <a:rect r="r" b="b" t="t" l="l"/>
              <a:pathLst>
                <a:path h="6438645" w="4286250">
                  <a:moveTo>
                    <a:pt x="0" y="0"/>
                  </a:moveTo>
                  <a:lnTo>
                    <a:pt x="0" y="6438645"/>
                  </a:lnTo>
                  <a:lnTo>
                    <a:pt x="4286250" y="6438645"/>
                  </a:lnTo>
                  <a:lnTo>
                    <a:pt x="4286250" y="0"/>
                  </a:ln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63461" y="760837"/>
            <a:ext cx="6573630" cy="8764840"/>
            <a:chOff x="0" y="0"/>
            <a:chExt cx="5486400" cy="731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54864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7286625"/>
                  </a:lnTo>
                  <a:cubicBezTo>
                    <a:pt x="0" y="7294499"/>
                    <a:pt x="2794" y="7301230"/>
                    <a:pt x="8382" y="7306818"/>
                  </a:cubicBezTo>
                  <a:cubicBezTo>
                    <a:pt x="13970" y="7312406"/>
                    <a:pt x="20447" y="7315073"/>
                    <a:pt x="28067" y="7315200"/>
                  </a:cubicBezTo>
                  <a:lnTo>
                    <a:pt x="5458333" y="7315200"/>
                  </a:lnTo>
                  <a:cubicBezTo>
                    <a:pt x="5466080" y="7315073"/>
                    <a:pt x="5472557" y="7312279"/>
                    <a:pt x="5478018" y="7306818"/>
                  </a:cubicBezTo>
                  <a:cubicBezTo>
                    <a:pt x="5483606" y="7301230"/>
                    <a:pt x="5486400" y="7294499"/>
                    <a:pt x="5486400" y="7286625"/>
                  </a:cubicBezTo>
                  <a:lnTo>
                    <a:pt x="5486400" y="28575"/>
                  </a:lnTo>
                  <a:cubicBezTo>
                    <a:pt x="5486400" y="20701"/>
                    <a:pt x="5483606" y="13970"/>
                    <a:pt x="5478018" y="8382"/>
                  </a:cubicBezTo>
                  <a:cubicBezTo>
                    <a:pt x="5472430" y="2794"/>
                    <a:pt x="5465699" y="0"/>
                    <a:pt x="545782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2613" y="3378772"/>
            <a:ext cx="9225146" cy="3397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7"/>
              </a:lnSpc>
            </a:pPr>
            <a:r>
              <a:rPr lang="en-US" sz="5391" spc="53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Design and Implementation of an E-Learning Platform Database System</a:t>
            </a:r>
          </a:p>
          <a:p>
            <a:pPr algn="l">
              <a:lnSpc>
                <a:spcPts val="5391"/>
              </a:lnSpc>
            </a:pPr>
            <a:r>
              <a:rPr lang="en-US" b="true" sz="2156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Saumya Kashyap</a:t>
            </a: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| DBMS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3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2613" y="3880268"/>
            <a:ext cx="7395333" cy="2525978"/>
            <a:chOff x="0" y="0"/>
            <a:chExt cx="6172200" cy="2108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72200" cy="2108200"/>
            </a:xfrm>
            <a:custGeom>
              <a:avLst/>
              <a:gdLst/>
              <a:ahLst/>
              <a:cxnLst/>
              <a:rect r="r" b="b" t="t" l="l"/>
              <a:pathLst>
                <a:path h="2108200" w="61722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2079625"/>
                  </a:lnTo>
                  <a:cubicBezTo>
                    <a:pt x="0" y="2087499"/>
                    <a:pt x="2794" y="2094230"/>
                    <a:pt x="8382" y="2099818"/>
                  </a:cubicBezTo>
                  <a:cubicBezTo>
                    <a:pt x="13970" y="2105406"/>
                    <a:pt x="20701" y="2108200"/>
                    <a:pt x="28575" y="2108200"/>
                  </a:cubicBezTo>
                  <a:lnTo>
                    <a:pt x="6143625" y="2108200"/>
                  </a:lnTo>
                  <a:cubicBezTo>
                    <a:pt x="6151499" y="2108200"/>
                    <a:pt x="6158230" y="2105406"/>
                    <a:pt x="6163818" y="2099818"/>
                  </a:cubicBezTo>
                  <a:cubicBezTo>
                    <a:pt x="6169406" y="2094230"/>
                    <a:pt x="6172200" y="2087499"/>
                    <a:pt x="6172200" y="2079625"/>
                  </a:cubicBezTo>
                  <a:lnTo>
                    <a:pt x="6172200" y="28575"/>
                  </a:lnTo>
                  <a:cubicBezTo>
                    <a:pt x="6172200" y="20701"/>
                    <a:pt x="6169406" y="13970"/>
                    <a:pt x="6163818" y="8382"/>
                  </a:cubicBezTo>
                  <a:cubicBezTo>
                    <a:pt x="6158230" y="2794"/>
                    <a:pt x="6151499" y="0"/>
                    <a:pt x="614362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55855" y="1239393"/>
            <a:ext cx="16976291" cy="5810195"/>
          </a:xfrm>
          <a:custGeom>
            <a:avLst/>
            <a:gdLst/>
            <a:ahLst/>
            <a:cxnLst/>
            <a:rect r="r" b="b" t="t" l="l"/>
            <a:pathLst>
              <a:path h="5810195" w="16976291">
                <a:moveTo>
                  <a:pt x="0" y="0"/>
                </a:moveTo>
                <a:lnTo>
                  <a:pt x="16976290" y="0"/>
                </a:lnTo>
                <a:lnTo>
                  <a:pt x="16976290" y="5810196"/>
                </a:lnTo>
                <a:lnTo>
                  <a:pt x="0" y="5810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5855" y="7515437"/>
            <a:ext cx="16976291" cy="1230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99"/>
              </a:lnSpc>
              <a:spcBef>
                <a:spcPct val="0"/>
              </a:spcBef>
            </a:pPr>
            <a:r>
              <a:rPr lang="en-US" sz="7070" spc="70">
                <a:solidFill>
                  <a:srgbClr val="38B6FF"/>
                </a:solidFill>
                <a:latin typeface="Ubuntu"/>
                <a:ea typeface="Ubuntu"/>
                <a:cs typeface="Ubuntu"/>
                <a:sym typeface="Ubuntu"/>
              </a:rPr>
              <a:t>ER DIAGRAM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3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6847531" cy="10286102"/>
            <a:chOff x="0" y="0"/>
            <a:chExt cx="4286250" cy="64386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6250" cy="6438645"/>
            </a:xfrm>
            <a:custGeom>
              <a:avLst/>
              <a:gdLst/>
              <a:ahLst/>
              <a:cxnLst/>
              <a:rect r="r" b="b" t="t" l="l"/>
              <a:pathLst>
                <a:path h="6438645" w="4286250">
                  <a:moveTo>
                    <a:pt x="0" y="0"/>
                  </a:moveTo>
                  <a:lnTo>
                    <a:pt x="0" y="6438645"/>
                  </a:lnTo>
                  <a:lnTo>
                    <a:pt x="4286250" y="6438645"/>
                  </a:lnTo>
                  <a:lnTo>
                    <a:pt x="4286250" y="0"/>
                  </a:ln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09" y="760837"/>
            <a:ext cx="6573630" cy="8764840"/>
            <a:chOff x="0" y="0"/>
            <a:chExt cx="5486400" cy="731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54864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7286625"/>
                  </a:lnTo>
                  <a:cubicBezTo>
                    <a:pt x="0" y="7294499"/>
                    <a:pt x="2794" y="7301230"/>
                    <a:pt x="8382" y="7306818"/>
                  </a:cubicBezTo>
                  <a:cubicBezTo>
                    <a:pt x="13970" y="7312406"/>
                    <a:pt x="20447" y="7315073"/>
                    <a:pt x="28067" y="7315200"/>
                  </a:cubicBezTo>
                  <a:lnTo>
                    <a:pt x="5458333" y="7315200"/>
                  </a:lnTo>
                  <a:cubicBezTo>
                    <a:pt x="5466080" y="7315073"/>
                    <a:pt x="5472557" y="7312279"/>
                    <a:pt x="5478018" y="7306818"/>
                  </a:cubicBezTo>
                  <a:cubicBezTo>
                    <a:pt x="5483479" y="7301357"/>
                    <a:pt x="5486400" y="7294499"/>
                    <a:pt x="5486400" y="7286625"/>
                  </a:cubicBezTo>
                  <a:lnTo>
                    <a:pt x="5486400" y="28575"/>
                  </a:lnTo>
                  <a:cubicBezTo>
                    <a:pt x="5486400" y="20701"/>
                    <a:pt x="5483606" y="13970"/>
                    <a:pt x="5478018" y="8382"/>
                  </a:cubicBezTo>
                  <a:cubicBezTo>
                    <a:pt x="5472430" y="2794"/>
                    <a:pt x="5465699" y="0"/>
                    <a:pt x="545782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7820144" y="989744"/>
            <a:ext cx="8903342" cy="1719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7"/>
              </a:lnSpc>
            </a:pPr>
            <a:r>
              <a:rPr lang="en-US" sz="5391" spc="53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Introduction to E-Learning Database Systems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56723" y="3356375"/>
            <a:ext cx="107278" cy="570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sz="3235" spc="32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20144" y="3356375"/>
            <a:ext cx="4335689" cy="570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sz="3235" spc="32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What</a:t>
            </a:r>
            <a:r>
              <a:rPr lang="en-US" sz="3235" spc="3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235" spc="32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is</a:t>
            </a:r>
            <a:r>
              <a:rPr lang="en-US" sz="3235" spc="3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235" spc="32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an</a:t>
            </a:r>
            <a:r>
              <a:rPr lang="en-US" sz="3235" spc="3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235" spc="32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E-Learning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0144" y="3873744"/>
            <a:ext cx="3825639" cy="125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sz="3235" spc="32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Platform?</a:t>
            </a:r>
          </a:p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Online learning systemsthat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21786" y="4762142"/>
            <a:ext cx="78503" cy="37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17035" y="3356375"/>
            <a:ext cx="4282887" cy="570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9"/>
              </a:lnSpc>
            </a:pPr>
            <a:r>
              <a:rPr lang="en-US" sz="3235" spc="32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Database</a:t>
            </a:r>
            <a:r>
              <a:rPr lang="en-US" sz="3235" spc="3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235" spc="32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Importance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53746" y="4244773"/>
            <a:ext cx="78503" cy="37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17035" y="4149523"/>
            <a:ext cx="4117207" cy="266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4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Database systems serve as the backbone of e-learning </a:t>
            </a:r>
          </a:p>
          <a:p>
            <a:pPr algn="just">
              <a:lnSpc>
                <a:spcPts val="2635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platforms, storing user data, </a:t>
            </a:r>
          </a:p>
          <a:p>
            <a:pPr algn="just">
              <a:lnSpc>
                <a:spcPts val="3114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course materials, grades, and </a:t>
            </a:r>
          </a:p>
          <a:p>
            <a:pPr algn="just">
              <a:lnSpc>
                <a:spcPts val="5031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progress tracking information </a:t>
            </a:r>
          </a:p>
          <a:p>
            <a:pPr algn="just">
              <a:lnSpc>
                <a:spcPts val="1078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securely and efficiently.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20144" y="5207260"/>
            <a:ext cx="4484798" cy="2123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deliver educational content, track progress, and manage student-</a:t>
            </a:r>
          </a:p>
          <a:p>
            <a:pPr algn="l">
              <a:lnSpc>
                <a:spcPts val="5270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faculty interactions through a </a:t>
            </a:r>
          </a:p>
          <a:p>
            <a:pPr algn="l">
              <a:lnSpc>
                <a:spcPts val="1078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centralized database </a:t>
            </a:r>
          </a:p>
          <a:p>
            <a:pPr algn="l">
              <a:lnSpc>
                <a:spcPts val="5391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infrastructure.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20144" y="7904339"/>
            <a:ext cx="9360590" cy="129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b="true" sz="2156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Real-World Applications:</a:t>
            </a: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Coursera, Udemy, Khan Academy, and university LMS systems rely on robust database architectures to serve millions of learners.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D3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1163" y="5878727"/>
            <a:ext cx="8237321" cy="3322315"/>
            <a:chOff x="0" y="0"/>
            <a:chExt cx="5156200" cy="2079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373" y="63500"/>
              <a:ext cx="5029454" cy="1952752"/>
            </a:xfrm>
            <a:custGeom>
              <a:avLst/>
              <a:gdLst/>
              <a:ahLst/>
              <a:cxnLst/>
              <a:rect r="r" b="b" t="t" l="l"/>
              <a:pathLst>
                <a:path h="1952752" w="5029454">
                  <a:moveTo>
                    <a:pt x="127" y="1931162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524"/>
                  </a:cubicBezTo>
                  <a:cubicBezTo>
                    <a:pt x="16129" y="381"/>
                    <a:pt x="18669" y="0"/>
                    <a:pt x="21590" y="0"/>
                  </a:cubicBezTo>
                  <a:lnTo>
                    <a:pt x="5007864" y="0"/>
                  </a:lnTo>
                  <a:cubicBezTo>
                    <a:pt x="5010658" y="0"/>
                    <a:pt x="5013452" y="508"/>
                    <a:pt x="5016119" y="1651"/>
                  </a:cubicBezTo>
                  <a:cubicBezTo>
                    <a:pt x="5018786" y="2794"/>
                    <a:pt x="5021072" y="4318"/>
                    <a:pt x="5023104" y="6350"/>
                  </a:cubicBezTo>
                  <a:cubicBezTo>
                    <a:pt x="5025136" y="8382"/>
                    <a:pt x="5026660" y="10668"/>
                    <a:pt x="5027803" y="13335"/>
                  </a:cubicBezTo>
                  <a:cubicBezTo>
                    <a:pt x="5028946" y="16002"/>
                    <a:pt x="5029454" y="18669"/>
                    <a:pt x="5029454" y="21590"/>
                  </a:cubicBezTo>
                  <a:lnTo>
                    <a:pt x="5029454" y="1931162"/>
                  </a:lnTo>
                  <a:cubicBezTo>
                    <a:pt x="5029454" y="1933956"/>
                    <a:pt x="5028946" y="1936750"/>
                    <a:pt x="5027803" y="1939417"/>
                  </a:cubicBezTo>
                  <a:cubicBezTo>
                    <a:pt x="5026660" y="1942084"/>
                    <a:pt x="5025136" y="1944370"/>
                    <a:pt x="5023104" y="1946402"/>
                  </a:cubicBezTo>
                  <a:cubicBezTo>
                    <a:pt x="5021072" y="1948434"/>
                    <a:pt x="5018786" y="1949958"/>
                    <a:pt x="5016119" y="1951101"/>
                  </a:cubicBezTo>
                  <a:cubicBezTo>
                    <a:pt x="5013452" y="1952244"/>
                    <a:pt x="5010785" y="1952752"/>
                    <a:pt x="5007864" y="1952752"/>
                  </a:cubicBezTo>
                  <a:lnTo>
                    <a:pt x="21590" y="1952752"/>
                  </a:lnTo>
                  <a:cubicBezTo>
                    <a:pt x="18796" y="1952752"/>
                    <a:pt x="16002" y="1952244"/>
                    <a:pt x="13335" y="1951101"/>
                  </a:cubicBezTo>
                  <a:cubicBezTo>
                    <a:pt x="10668" y="1949958"/>
                    <a:pt x="8382" y="1948434"/>
                    <a:pt x="6350" y="1946402"/>
                  </a:cubicBezTo>
                  <a:cubicBezTo>
                    <a:pt x="4318" y="1944370"/>
                    <a:pt x="2794" y="1942084"/>
                    <a:pt x="1651" y="1939417"/>
                  </a:cubicBezTo>
                  <a:cubicBezTo>
                    <a:pt x="508" y="1936750"/>
                    <a:pt x="0" y="1934083"/>
                    <a:pt x="0" y="1931162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34950" y="235077"/>
              <a:ext cx="514096" cy="514096"/>
            </a:xfrm>
            <a:custGeom>
              <a:avLst/>
              <a:gdLst/>
              <a:ahLst/>
              <a:cxnLst/>
              <a:rect r="r" b="b" t="t" l="l"/>
              <a:pathLst>
                <a:path h="514096" w="514096">
                  <a:moveTo>
                    <a:pt x="0" y="257048"/>
                  </a:moveTo>
                  <a:cubicBezTo>
                    <a:pt x="0" y="248666"/>
                    <a:pt x="381" y="240284"/>
                    <a:pt x="1270" y="231902"/>
                  </a:cubicBezTo>
                  <a:cubicBezTo>
                    <a:pt x="2159" y="223520"/>
                    <a:pt x="3302" y="215138"/>
                    <a:pt x="4953" y="206883"/>
                  </a:cubicBezTo>
                  <a:cubicBezTo>
                    <a:pt x="6604" y="198628"/>
                    <a:pt x="8636" y="190500"/>
                    <a:pt x="11049" y="182372"/>
                  </a:cubicBezTo>
                  <a:cubicBezTo>
                    <a:pt x="13462" y="174244"/>
                    <a:pt x="16383" y="166370"/>
                    <a:pt x="19558" y="158623"/>
                  </a:cubicBezTo>
                  <a:cubicBezTo>
                    <a:pt x="22733" y="150876"/>
                    <a:pt x="26416" y="143256"/>
                    <a:pt x="30353" y="135763"/>
                  </a:cubicBezTo>
                  <a:cubicBezTo>
                    <a:pt x="34290" y="128270"/>
                    <a:pt x="38608" y="121158"/>
                    <a:pt x="43307" y="114173"/>
                  </a:cubicBezTo>
                  <a:cubicBezTo>
                    <a:pt x="48006" y="107188"/>
                    <a:pt x="52959" y="100457"/>
                    <a:pt x="58293" y="93853"/>
                  </a:cubicBezTo>
                  <a:cubicBezTo>
                    <a:pt x="63627" y="87249"/>
                    <a:pt x="69342" y="81153"/>
                    <a:pt x="75184" y="75184"/>
                  </a:cubicBezTo>
                  <a:cubicBezTo>
                    <a:pt x="81026" y="69215"/>
                    <a:pt x="87376" y="63627"/>
                    <a:pt x="93853" y="58293"/>
                  </a:cubicBezTo>
                  <a:cubicBezTo>
                    <a:pt x="100330" y="52959"/>
                    <a:pt x="107061" y="47879"/>
                    <a:pt x="114173" y="43307"/>
                  </a:cubicBezTo>
                  <a:cubicBezTo>
                    <a:pt x="121285" y="38735"/>
                    <a:pt x="128397" y="34290"/>
                    <a:pt x="135763" y="30353"/>
                  </a:cubicBezTo>
                  <a:cubicBezTo>
                    <a:pt x="143129" y="26416"/>
                    <a:pt x="150749" y="22733"/>
                    <a:pt x="158623" y="19558"/>
                  </a:cubicBezTo>
                  <a:cubicBezTo>
                    <a:pt x="166497" y="16383"/>
                    <a:pt x="174371" y="13462"/>
                    <a:pt x="182372" y="11049"/>
                  </a:cubicBezTo>
                  <a:cubicBezTo>
                    <a:pt x="190373" y="8636"/>
                    <a:pt x="198628" y="6604"/>
                    <a:pt x="206883" y="4953"/>
                  </a:cubicBezTo>
                  <a:cubicBezTo>
                    <a:pt x="215138" y="3302"/>
                    <a:pt x="223520" y="2032"/>
                    <a:pt x="231902" y="1270"/>
                  </a:cubicBezTo>
                  <a:cubicBezTo>
                    <a:pt x="240284" y="508"/>
                    <a:pt x="248666" y="0"/>
                    <a:pt x="257048" y="0"/>
                  </a:cubicBezTo>
                  <a:cubicBezTo>
                    <a:pt x="265430" y="0"/>
                    <a:pt x="273812" y="381"/>
                    <a:pt x="282194" y="1270"/>
                  </a:cubicBezTo>
                  <a:cubicBezTo>
                    <a:pt x="290576" y="2159"/>
                    <a:pt x="298958" y="3302"/>
                    <a:pt x="307213" y="4953"/>
                  </a:cubicBezTo>
                  <a:cubicBezTo>
                    <a:pt x="315468" y="6604"/>
                    <a:pt x="323596" y="8636"/>
                    <a:pt x="331724" y="11049"/>
                  </a:cubicBezTo>
                  <a:cubicBezTo>
                    <a:pt x="339852" y="13462"/>
                    <a:pt x="347726" y="16383"/>
                    <a:pt x="355473" y="19558"/>
                  </a:cubicBezTo>
                  <a:cubicBezTo>
                    <a:pt x="363220" y="22733"/>
                    <a:pt x="370840" y="26416"/>
                    <a:pt x="378333" y="30353"/>
                  </a:cubicBezTo>
                  <a:cubicBezTo>
                    <a:pt x="385826" y="34290"/>
                    <a:pt x="392938" y="38608"/>
                    <a:pt x="399923" y="43307"/>
                  </a:cubicBezTo>
                  <a:cubicBezTo>
                    <a:pt x="406908" y="48006"/>
                    <a:pt x="413639" y="52959"/>
                    <a:pt x="420243" y="58293"/>
                  </a:cubicBezTo>
                  <a:cubicBezTo>
                    <a:pt x="426847" y="63627"/>
                    <a:pt x="432943" y="69342"/>
                    <a:pt x="438912" y="75184"/>
                  </a:cubicBezTo>
                  <a:cubicBezTo>
                    <a:pt x="444881" y="81026"/>
                    <a:pt x="450469" y="87376"/>
                    <a:pt x="455803" y="93853"/>
                  </a:cubicBezTo>
                  <a:cubicBezTo>
                    <a:pt x="461137" y="100330"/>
                    <a:pt x="466217" y="107061"/>
                    <a:pt x="470789" y="114173"/>
                  </a:cubicBezTo>
                  <a:cubicBezTo>
                    <a:pt x="475361" y="121285"/>
                    <a:pt x="479806" y="128397"/>
                    <a:pt x="483743" y="135763"/>
                  </a:cubicBezTo>
                  <a:cubicBezTo>
                    <a:pt x="487680" y="143129"/>
                    <a:pt x="491363" y="150749"/>
                    <a:pt x="494538" y="158623"/>
                  </a:cubicBezTo>
                  <a:cubicBezTo>
                    <a:pt x="497713" y="166497"/>
                    <a:pt x="500634" y="174371"/>
                    <a:pt x="503047" y="182372"/>
                  </a:cubicBezTo>
                  <a:cubicBezTo>
                    <a:pt x="505460" y="190373"/>
                    <a:pt x="507492" y="198628"/>
                    <a:pt x="509143" y="206883"/>
                  </a:cubicBezTo>
                  <a:cubicBezTo>
                    <a:pt x="510794" y="215138"/>
                    <a:pt x="512064" y="223520"/>
                    <a:pt x="512826" y="231902"/>
                  </a:cubicBezTo>
                  <a:cubicBezTo>
                    <a:pt x="513588" y="240284"/>
                    <a:pt x="514096" y="248666"/>
                    <a:pt x="514096" y="257048"/>
                  </a:cubicBezTo>
                  <a:cubicBezTo>
                    <a:pt x="514096" y="265430"/>
                    <a:pt x="513715" y="273812"/>
                    <a:pt x="512826" y="282194"/>
                  </a:cubicBezTo>
                  <a:cubicBezTo>
                    <a:pt x="511937" y="290576"/>
                    <a:pt x="510794" y="298958"/>
                    <a:pt x="509143" y="307213"/>
                  </a:cubicBezTo>
                  <a:cubicBezTo>
                    <a:pt x="507492" y="315468"/>
                    <a:pt x="505460" y="323596"/>
                    <a:pt x="503047" y="331724"/>
                  </a:cubicBezTo>
                  <a:cubicBezTo>
                    <a:pt x="500634" y="339852"/>
                    <a:pt x="497713" y="347726"/>
                    <a:pt x="494538" y="355473"/>
                  </a:cubicBezTo>
                  <a:cubicBezTo>
                    <a:pt x="491363" y="363220"/>
                    <a:pt x="487680" y="370840"/>
                    <a:pt x="483743" y="378333"/>
                  </a:cubicBezTo>
                  <a:cubicBezTo>
                    <a:pt x="479806" y="385826"/>
                    <a:pt x="475488" y="392938"/>
                    <a:pt x="470789" y="399923"/>
                  </a:cubicBezTo>
                  <a:cubicBezTo>
                    <a:pt x="466090" y="406908"/>
                    <a:pt x="461137" y="413639"/>
                    <a:pt x="455803" y="420243"/>
                  </a:cubicBezTo>
                  <a:cubicBezTo>
                    <a:pt x="450469" y="426847"/>
                    <a:pt x="444754" y="432943"/>
                    <a:pt x="438912" y="438912"/>
                  </a:cubicBezTo>
                  <a:cubicBezTo>
                    <a:pt x="433070" y="444881"/>
                    <a:pt x="426720" y="450469"/>
                    <a:pt x="420243" y="455803"/>
                  </a:cubicBezTo>
                  <a:cubicBezTo>
                    <a:pt x="413766" y="461137"/>
                    <a:pt x="407035" y="466217"/>
                    <a:pt x="399923" y="470789"/>
                  </a:cubicBezTo>
                  <a:cubicBezTo>
                    <a:pt x="392811" y="475361"/>
                    <a:pt x="385699" y="479806"/>
                    <a:pt x="378333" y="483743"/>
                  </a:cubicBezTo>
                  <a:cubicBezTo>
                    <a:pt x="370967" y="487680"/>
                    <a:pt x="363347" y="491363"/>
                    <a:pt x="355473" y="494538"/>
                  </a:cubicBezTo>
                  <a:cubicBezTo>
                    <a:pt x="347599" y="497713"/>
                    <a:pt x="339725" y="500634"/>
                    <a:pt x="331724" y="503047"/>
                  </a:cubicBezTo>
                  <a:cubicBezTo>
                    <a:pt x="323723" y="505460"/>
                    <a:pt x="315468" y="507492"/>
                    <a:pt x="307213" y="509143"/>
                  </a:cubicBezTo>
                  <a:cubicBezTo>
                    <a:pt x="298958" y="510794"/>
                    <a:pt x="290576" y="512064"/>
                    <a:pt x="282194" y="512826"/>
                  </a:cubicBezTo>
                  <a:cubicBezTo>
                    <a:pt x="273812" y="513588"/>
                    <a:pt x="265430" y="514096"/>
                    <a:pt x="257048" y="514096"/>
                  </a:cubicBezTo>
                  <a:cubicBezTo>
                    <a:pt x="248666" y="514096"/>
                    <a:pt x="240284" y="513715"/>
                    <a:pt x="231902" y="512826"/>
                  </a:cubicBezTo>
                  <a:cubicBezTo>
                    <a:pt x="223520" y="511937"/>
                    <a:pt x="215138" y="510794"/>
                    <a:pt x="206883" y="509143"/>
                  </a:cubicBezTo>
                  <a:cubicBezTo>
                    <a:pt x="198628" y="507492"/>
                    <a:pt x="190500" y="505460"/>
                    <a:pt x="182372" y="503047"/>
                  </a:cubicBezTo>
                  <a:cubicBezTo>
                    <a:pt x="174244" y="500634"/>
                    <a:pt x="166370" y="497713"/>
                    <a:pt x="158623" y="494538"/>
                  </a:cubicBezTo>
                  <a:cubicBezTo>
                    <a:pt x="150876" y="491363"/>
                    <a:pt x="143256" y="487680"/>
                    <a:pt x="135763" y="483743"/>
                  </a:cubicBezTo>
                  <a:cubicBezTo>
                    <a:pt x="128270" y="479806"/>
                    <a:pt x="121158" y="475488"/>
                    <a:pt x="114173" y="470789"/>
                  </a:cubicBezTo>
                  <a:cubicBezTo>
                    <a:pt x="107188" y="466090"/>
                    <a:pt x="100457" y="461137"/>
                    <a:pt x="93853" y="455803"/>
                  </a:cubicBezTo>
                  <a:cubicBezTo>
                    <a:pt x="87249" y="450469"/>
                    <a:pt x="81153" y="444754"/>
                    <a:pt x="75184" y="438912"/>
                  </a:cubicBezTo>
                  <a:cubicBezTo>
                    <a:pt x="69215" y="433070"/>
                    <a:pt x="63627" y="426720"/>
                    <a:pt x="58293" y="420243"/>
                  </a:cubicBezTo>
                  <a:cubicBezTo>
                    <a:pt x="52959" y="413766"/>
                    <a:pt x="47879" y="407035"/>
                    <a:pt x="43307" y="399923"/>
                  </a:cubicBezTo>
                  <a:cubicBezTo>
                    <a:pt x="38735" y="392811"/>
                    <a:pt x="34290" y="385699"/>
                    <a:pt x="30353" y="378333"/>
                  </a:cubicBezTo>
                  <a:cubicBezTo>
                    <a:pt x="26416" y="370967"/>
                    <a:pt x="22733" y="363347"/>
                    <a:pt x="19558" y="355473"/>
                  </a:cubicBezTo>
                  <a:cubicBezTo>
                    <a:pt x="16383" y="347599"/>
                    <a:pt x="13462" y="339725"/>
                    <a:pt x="11049" y="331724"/>
                  </a:cubicBezTo>
                  <a:cubicBezTo>
                    <a:pt x="8636" y="323723"/>
                    <a:pt x="6604" y="315468"/>
                    <a:pt x="4953" y="307213"/>
                  </a:cubicBezTo>
                  <a:cubicBezTo>
                    <a:pt x="3302" y="298958"/>
                    <a:pt x="2032" y="290576"/>
                    <a:pt x="1270" y="282194"/>
                  </a:cubicBezTo>
                  <a:cubicBezTo>
                    <a:pt x="508" y="273812"/>
                    <a:pt x="0" y="265430"/>
                    <a:pt x="0" y="257048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48437" y="410464"/>
              <a:ext cx="165989" cy="166116"/>
            </a:xfrm>
            <a:custGeom>
              <a:avLst/>
              <a:gdLst/>
              <a:ahLst/>
              <a:cxnLst/>
              <a:rect r="r" b="b" t="t" l="l"/>
              <a:pathLst>
                <a:path h="166116" w="165989">
                  <a:moveTo>
                    <a:pt x="164465" y="8763"/>
                  </a:moveTo>
                  <a:lnTo>
                    <a:pt x="8763" y="164592"/>
                  </a:lnTo>
                  <a:cubicBezTo>
                    <a:pt x="6731" y="166624"/>
                    <a:pt x="3556" y="166624"/>
                    <a:pt x="1524" y="164592"/>
                  </a:cubicBezTo>
                  <a:cubicBezTo>
                    <a:pt x="-508" y="162560"/>
                    <a:pt x="-508" y="159385"/>
                    <a:pt x="1524" y="157353"/>
                  </a:cubicBezTo>
                  <a:lnTo>
                    <a:pt x="157226" y="1524"/>
                  </a:lnTo>
                  <a:cubicBezTo>
                    <a:pt x="159258" y="-508"/>
                    <a:pt x="162433" y="-508"/>
                    <a:pt x="164465" y="1524"/>
                  </a:cubicBezTo>
                  <a:cubicBezTo>
                    <a:pt x="166497" y="3556"/>
                    <a:pt x="166497" y="6731"/>
                    <a:pt x="164465" y="876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372618" y="490347"/>
              <a:ext cx="86106" cy="86233"/>
            </a:xfrm>
            <a:custGeom>
              <a:avLst/>
              <a:gdLst/>
              <a:ahLst/>
              <a:cxnLst/>
              <a:rect r="r" b="b" t="t" l="l"/>
              <a:pathLst>
                <a:path h="86233" w="86106">
                  <a:moveTo>
                    <a:pt x="8890" y="1524"/>
                  </a:moveTo>
                  <a:lnTo>
                    <a:pt x="84582" y="77470"/>
                  </a:lnTo>
                  <a:cubicBezTo>
                    <a:pt x="86614" y="79502"/>
                    <a:pt x="86614" y="82677"/>
                    <a:pt x="84582" y="84709"/>
                  </a:cubicBezTo>
                  <a:cubicBezTo>
                    <a:pt x="82550" y="86741"/>
                    <a:pt x="79375" y="86741"/>
                    <a:pt x="77343" y="84709"/>
                  </a:cubicBezTo>
                  <a:lnTo>
                    <a:pt x="1524" y="8763"/>
                  </a:lnTo>
                  <a:cubicBezTo>
                    <a:pt x="-508" y="6731"/>
                    <a:pt x="-508" y="3556"/>
                    <a:pt x="1524" y="1524"/>
                  </a:cubicBezTo>
                  <a:cubicBezTo>
                    <a:pt x="3556" y="-508"/>
                    <a:pt x="6731" y="-508"/>
                    <a:pt x="8763" y="152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71163" y="2500612"/>
            <a:ext cx="8237321" cy="3307099"/>
            <a:chOff x="0" y="0"/>
            <a:chExt cx="5156200" cy="2070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373" y="63500"/>
              <a:ext cx="5029454" cy="1943227"/>
            </a:xfrm>
            <a:custGeom>
              <a:avLst/>
              <a:gdLst/>
              <a:ahLst/>
              <a:cxnLst/>
              <a:rect r="r" b="b" t="t" l="l"/>
              <a:pathLst>
                <a:path h="1943227" w="5029454">
                  <a:moveTo>
                    <a:pt x="127" y="192163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524"/>
                  </a:cubicBezTo>
                  <a:cubicBezTo>
                    <a:pt x="16129" y="381"/>
                    <a:pt x="18669" y="0"/>
                    <a:pt x="21590" y="0"/>
                  </a:cubicBezTo>
                  <a:lnTo>
                    <a:pt x="5007864" y="0"/>
                  </a:lnTo>
                  <a:cubicBezTo>
                    <a:pt x="5010658" y="0"/>
                    <a:pt x="5013452" y="508"/>
                    <a:pt x="5016119" y="1651"/>
                  </a:cubicBezTo>
                  <a:cubicBezTo>
                    <a:pt x="5018786" y="2794"/>
                    <a:pt x="5021072" y="4318"/>
                    <a:pt x="5023104" y="6350"/>
                  </a:cubicBezTo>
                  <a:cubicBezTo>
                    <a:pt x="5025136" y="8382"/>
                    <a:pt x="5026660" y="10668"/>
                    <a:pt x="5027803" y="13335"/>
                  </a:cubicBezTo>
                  <a:cubicBezTo>
                    <a:pt x="5028946" y="16002"/>
                    <a:pt x="5029454" y="18669"/>
                    <a:pt x="5029454" y="21590"/>
                  </a:cubicBezTo>
                  <a:lnTo>
                    <a:pt x="5029454" y="1921637"/>
                  </a:lnTo>
                  <a:cubicBezTo>
                    <a:pt x="5029454" y="1924431"/>
                    <a:pt x="5028946" y="1927225"/>
                    <a:pt x="5027803" y="1929892"/>
                  </a:cubicBezTo>
                  <a:cubicBezTo>
                    <a:pt x="5026660" y="1932559"/>
                    <a:pt x="5025136" y="1934845"/>
                    <a:pt x="5023104" y="1936877"/>
                  </a:cubicBezTo>
                  <a:cubicBezTo>
                    <a:pt x="5021072" y="1938909"/>
                    <a:pt x="5018786" y="1940433"/>
                    <a:pt x="5016119" y="1941576"/>
                  </a:cubicBezTo>
                  <a:cubicBezTo>
                    <a:pt x="5013452" y="1942719"/>
                    <a:pt x="5010785" y="1943227"/>
                    <a:pt x="5007864" y="1943227"/>
                  </a:cubicBezTo>
                  <a:lnTo>
                    <a:pt x="21590" y="1943227"/>
                  </a:lnTo>
                  <a:cubicBezTo>
                    <a:pt x="18796" y="1943227"/>
                    <a:pt x="16002" y="1942719"/>
                    <a:pt x="13335" y="1941576"/>
                  </a:cubicBezTo>
                  <a:cubicBezTo>
                    <a:pt x="10668" y="1940433"/>
                    <a:pt x="8382" y="1938909"/>
                    <a:pt x="6350" y="1936877"/>
                  </a:cubicBezTo>
                  <a:cubicBezTo>
                    <a:pt x="4318" y="1934845"/>
                    <a:pt x="2794" y="1932559"/>
                    <a:pt x="1651" y="1929892"/>
                  </a:cubicBezTo>
                  <a:cubicBezTo>
                    <a:pt x="508" y="1927225"/>
                    <a:pt x="0" y="1924558"/>
                    <a:pt x="0" y="1921637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34950" y="235077"/>
              <a:ext cx="514096" cy="514096"/>
            </a:xfrm>
            <a:custGeom>
              <a:avLst/>
              <a:gdLst/>
              <a:ahLst/>
              <a:cxnLst/>
              <a:rect r="r" b="b" t="t" l="l"/>
              <a:pathLst>
                <a:path h="514096" w="514096">
                  <a:moveTo>
                    <a:pt x="0" y="257048"/>
                  </a:moveTo>
                  <a:cubicBezTo>
                    <a:pt x="0" y="248666"/>
                    <a:pt x="381" y="240284"/>
                    <a:pt x="1270" y="231902"/>
                  </a:cubicBezTo>
                  <a:cubicBezTo>
                    <a:pt x="2159" y="223520"/>
                    <a:pt x="3302" y="215138"/>
                    <a:pt x="4953" y="206883"/>
                  </a:cubicBezTo>
                  <a:cubicBezTo>
                    <a:pt x="6604" y="198628"/>
                    <a:pt x="8636" y="190500"/>
                    <a:pt x="11049" y="182372"/>
                  </a:cubicBezTo>
                  <a:cubicBezTo>
                    <a:pt x="13462" y="174244"/>
                    <a:pt x="16383" y="166370"/>
                    <a:pt x="19558" y="158623"/>
                  </a:cubicBezTo>
                  <a:cubicBezTo>
                    <a:pt x="22733" y="150876"/>
                    <a:pt x="26416" y="143256"/>
                    <a:pt x="30353" y="135763"/>
                  </a:cubicBezTo>
                  <a:cubicBezTo>
                    <a:pt x="34290" y="128270"/>
                    <a:pt x="38608" y="121158"/>
                    <a:pt x="43307" y="114173"/>
                  </a:cubicBezTo>
                  <a:cubicBezTo>
                    <a:pt x="48006" y="107188"/>
                    <a:pt x="52959" y="100457"/>
                    <a:pt x="58293" y="93853"/>
                  </a:cubicBezTo>
                  <a:cubicBezTo>
                    <a:pt x="63627" y="87249"/>
                    <a:pt x="69342" y="81153"/>
                    <a:pt x="75184" y="75184"/>
                  </a:cubicBezTo>
                  <a:cubicBezTo>
                    <a:pt x="81026" y="69215"/>
                    <a:pt x="87376" y="63627"/>
                    <a:pt x="93853" y="58293"/>
                  </a:cubicBezTo>
                  <a:cubicBezTo>
                    <a:pt x="100330" y="52959"/>
                    <a:pt x="107061" y="47879"/>
                    <a:pt x="114173" y="43307"/>
                  </a:cubicBezTo>
                  <a:cubicBezTo>
                    <a:pt x="121285" y="38735"/>
                    <a:pt x="128397" y="34290"/>
                    <a:pt x="135763" y="30353"/>
                  </a:cubicBezTo>
                  <a:cubicBezTo>
                    <a:pt x="143129" y="26416"/>
                    <a:pt x="150749" y="22733"/>
                    <a:pt x="158623" y="19558"/>
                  </a:cubicBezTo>
                  <a:cubicBezTo>
                    <a:pt x="166497" y="16383"/>
                    <a:pt x="174371" y="13462"/>
                    <a:pt x="182372" y="11049"/>
                  </a:cubicBezTo>
                  <a:cubicBezTo>
                    <a:pt x="190373" y="8636"/>
                    <a:pt x="198628" y="6604"/>
                    <a:pt x="206883" y="4953"/>
                  </a:cubicBezTo>
                  <a:cubicBezTo>
                    <a:pt x="215138" y="3302"/>
                    <a:pt x="223520" y="2032"/>
                    <a:pt x="231902" y="1270"/>
                  </a:cubicBezTo>
                  <a:cubicBezTo>
                    <a:pt x="240284" y="508"/>
                    <a:pt x="248666" y="0"/>
                    <a:pt x="257048" y="0"/>
                  </a:cubicBezTo>
                  <a:cubicBezTo>
                    <a:pt x="265430" y="0"/>
                    <a:pt x="273812" y="381"/>
                    <a:pt x="282194" y="1270"/>
                  </a:cubicBezTo>
                  <a:cubicBezTo>
                    <a:pt x="290576" y="2159"/>
                    <a:pt x="298958" y="3302"/>
                    <a:pt x="307213" y="4953"/>
                  </a:cubicBezTo>
                  <a:cubicBezTo>
                    <a:pt x="315468" y="6604"/>
                    <a:pt x="323596" y="8636"/>
                    <a:pt x="331724" y="11049"/>
                  </a:cubicBezTo>
                  <a:cubicBezTo>
                    <a:pt x="339852" y="13462"/>
                    <a:pt x="347726" y="16383"/>
                    <a:pt x="355473" y="19558"/>
                  </a:cubicBezTo>
                  <a:cubicBezTo>
                    <a:pt x="363220" y="22733"/>
                    <a:pt x="370840" y="26416"/>
                    <a:pt x="378333" y="30353"/>
                  </a:cubicBezTo>
                  <a:cubicBezTo>
                    <a:pt x="385826" y="34290"/>
                    <a:pt x="392938" y="38608"/>
                    <a:pt x="399923" y="43307"/>
                  </a:cubicBezTo>
                  <a:cubicBezTo>
                    <a:pt x="406908" y="48006"/>
                    <a:pt x="413639" y="52959"/>
                    <a:pt x="420243" y="58293"/>
                  </a:cubicBezTo>
                  <a:cubicBezTo>
                    <a:pt x="426847" y="63627"/>
                    <a:pt x="432943" y="69342"/>
                    <a:pt x="438912" y="75184"/>
                  </a:cubicBezTo>
                  <a:cubicBezTo>
                    <a:pt x="444881" y="81026"/>
                    <a:pt x="450469" y="87376"/>
                    <a:pt x="455803" y="93853"/>
                  </a:cubicBezTo>
                  <a:cubicBezTo>
                    <a:pt x="461137" y="100330"/>
                    <a:pt x="466217" y="107061"/>
                    <a:pt x="470789" y="114173"/>
                  </a:cubicBezTo>
                  <a:cubicBezTo>
                    <a:pt x="475361" y="121285"/>
                    <a:pt x="479806" y="128397"/>
                    <a:pt x="483743" y="135763"/>
                  </a:cubicBezTo>
                  <a:cubicBezTo>
                    <a:pt x="487680" y="143129"/>
                    <a:pt x="491363" y="150749"/>
                    <a:pt x="494538" y="158623"/>
                  </a:cubicBezTo>
                  <a:cubicBezTo>
                    <a:pt x="497713" y="166497"/>
                    <a:pt x="500634" y="174371"/>
                    <a:pt x="503047" y="182372"/>
                  </a:cubicBezTo>
                  <a:cubicBezTo>
                    <a:pt x="505460" y="190373"/>
                    <a:pt x="507492" y="198628"/>
                    <a:pt x="509143" y="206883"/>
                  </a:cubicBezTo>
                  <a:cubicBezTo>
                    <a:pt x="510794" y="215138"/>
                    <a:pt x="512064" y="223520"/>
                    <a:pt x="512826" y="231902"/>
                  </a:cubicBezTo>
                  <a:cubicBezTo>
                    <a:pt x="513588" y="240284"/>
                    <a:pt x="514096" y="248666"/>
                    <a:pt x="514096" y="257048"/>
                  </a:cubicBezTo>
                  <a:cubicBezTo>
                    <a:pt x="514096" y="265430"/>
                    <a:pt x="513715" y="273812"/>
                    <a:pt x="512826" y="282194"/>
                  </a:cubicBezTo>
                  <a:cubicBezTo>
                    <a:pt x="511937" y="290576"/>
                    <a:pt x="510794" y="298958"/>
                    <a:pt x="509143" y="307213"/>
                  </a:cubicBezTo>
                  <a:cubicBezTo>
                    <a:pt x="507492" y="315468"/>
                    <a:pt x="505460" y="323596"/>
                    <a:pt x="503047" y="331724"/>
                  </a:cubicBezTo>
                  <a:cubicBezTo>
                    <a:pt x="500634" y="339852"/>
                    <a:pt x="497713" y="347726"/>
                    <a:pt x="494538" y="355473"/>
                  </a:cubicBezTo>
                  <a:cubicBezTo>
                    <a:pt x="491363" y="363220"/>
                    <a:pt x="487680" y="370840"/>
                    <a:pt x="483743" y="378333"/>
                  </a:cubicBezTo>
                  <a:cubicBezTo>
                    <a:pt x="479806" y="385826"/>
                    <a:pt x="475488" y="392938"/>
                    <a:pt x="470789" y="399923"/>
                  </a:cubicBezTo>
                  <a:cubicBezTo>
                    <a:pt x="466090" y="406908"/>
                    <a:pt x="461137" y="413639"/>
                    <a:pt x="455803" y="420243"/>
                  </a:cubicBezTo>
                  <a:cubicBezTo>
                    <a:pt x="450469" y="426847"/>
                    <a:pt x="444754" y="432943"/>
                    <a:pt x="438912" y="438912"/>
                  </a:cubicBezTo>
                  <a:cubicBezTo>
                    <a:pt x="433070" y="444881"/>
                    <a:pt x="426720" y="450469"/>
                    <a:pt x="420243" y="455803"/>
                  </a:cubicBezTo>
                  <a:cubicBezTo>
                    <a:pt x="413766" y="461137"/>
                    <a:pt x="407035" y="466217"/>
                    <a:pt x="399923" y="470789"/>
                  </a:cubicBezTo>
                  <a:cubicBezTo>
                    <a:pt x="392811" y="475361"/>
                    <a:pt x="385699" y="479806"/>
                    <a:pt x="378333" y="483743"/>
                  </a:cubicBezTo>
                  <a:cubicBezTo>
                    <a:pt x="370967" y="487680"/>
                    <a:pt x="363347" y="491363"/>
                    <a:pt x="355473" y="494538"/>
                  </a:cubicBezTo>
                  <a:cubicBezTo>
                    <a:pt x="347599" y="497713"/>
                    <a:pt x="339725" y="500634"/>
                    <a:pt x="331724" y="503047"/>
                  </a:cubicBezTo>
                  <a:cubicBezTo>
                    <a:pt x="323723" y="505460"/>
                    <a:pt x="315468" y="507492"/>
                    <a:pt x="307213" y="509143"/>
                  </a:cubicBezTo>
                  <a:cubicBezTo>
                    <a:pt x="298958" y="510794"/>
                    <a:pt x="290576" y="512064"/>
                    <a:pt x="282194" y="512826"/>
                  </a:cubicBezTo>
                  <a:cubicBezTo>
                    <a:pt x="273812" y="513588"/>
                    <a:pt x="265430" y="514096"/>
                    <a:pt x="257048" y="514096"/>
                  </a:cubicBezTo>
                  <a:cubicBezTo>
                    <a:pt x="248666" y="514096"/>
                    <a:pt x="240284" y="513715"/>
                    <a:pt x="231902" y="512826"/>
                  </a:cubicBezTo>
                  <a:cubicBezTo>
                    <a:pt x="223520" y="511937"/>
                    <a:pt x="215138" y="510794"/>
                    <a:pt x="206883" y="509143"/>
                  </a:cubicBezTo>
                  <a:cubicBezTo>
                    <a:pt x="198628" y="507492"/>
                    <a:pt x="190500" y="505460"/>
                    <a:pt x="182372" y="503047"/>
                  </a:cubicBezTo>
                  <a:cubicBezTo>
                    <a:pt x="174244" y="500634"/>
                    <a:pt x="166370" y="497713"/>
                    <a:pt x="158623" y="494538"/>
                  </a:cubicBezTo>
                  <a:cubicBezTo>
                    <a:pt x="150876" y="491363"/>
                    <a:pt x="143256" y="487680"/>
                    <a:pt x="135763" y="483743"/>
                  </a:cubicBezTo>
                  <a:cubicBezTo>
                    <a:pt x="128270" y="479806"/>
                    <a:pt x="121158" y="475488"/>
                    <a:pt x="114173" y="470789"/>
                  </a:cubicBezTo>
                  <a:cubicBezTo>
                    <a:pt x="107188" y="466090"/>
                    <a:pt x="100457" y="461137"/>
                    <a:pt x="93853" y="455803"/>
                  </a:cubicBezTo>
                  <a:cubicBezTo>
                    <a:pt x="87249" y="450469"/>
                    <a:pt x="81153" y="444754"/>
                    <a:pt x="75184" y="438912"/>
                  </a:cubicBezTo>
                  <a:cubicBezTo>
                    <a:pt x="69215" y="433070"/>
                    <a:pt x="63627" y="426720"/>
                    <a:pt x="58293" y="420243"/>
                  </a:cubicBezTo>
                  <a:cubicBezTo>
                    <a:pt x="52959" y="413766"/>
                    <a:pt x="47879" y="407035"/>
                    <a:pt x="43307" y="399923"/>
                  </a:cubicBezTo>
                  <a:cubicBezTo>
                    <a:pt x="38735" y="392811"/>
                    <a:pt x="34290" y="385699"/>
                    <a:pt x="30353" y="378333"/>
                  </a:cubicBezTo>
                  <a:cubicBezTo>
                    <a:pt x="26416" y="370967"/>
                    <a:pt x="22733" y="363347"/>
                    <a:pt x="19558" y="355473"/>
                  </a:cubicBezTo>
                  <a:cubicBezTo>
                    <a:pt x="16383" y="347599"/>
                    <a:pt x="13462" y="339725"/>
                    <a:pt x="11049" y="331724"/>
                  </a:cubicBezTo>
                  <a:cubicBezTo>
                    <a:pt x="8636" y="323723"/>
                    <a:pt x="6604" y="315468"/>
                    <a:pt x="4953" y="307213"/>
                  </a:cubicBezTo>
                  <a:cubicBezTo>
                    <a:pt x="3302" y="298958"/>
                    <a:pt x="2032" y="290576"/>
                    <a:pt x="1270" y="282194"/>
                  </a:cubicBezTo>
                  <a:cubicBezTo>
                    <a:pt x="508" y="273812"/>
                    <a:pt x="0" y="265430"/>
                    <a:pt x="0" y="257048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18114" y="514016"/>
              <a:ext cx="78866" cy="33781"/>
            </a:xfrm>
            <a:custGeom>
              <a:avLst/>
              <a:gdLst/>
              <a:ahLst/>
              <a:cxnLst/>
              <a:rect r="r" b="b" t="t" l="l"/>
              <a:pathLst>
                <a:path h="33781" w="78866">
                  <a:moveTo>
                    <a:pt x="76627" y="9224"/>
                  </a:moveTo>
                  <a:cubicBezTo>
                    <a:pt x="67737" y="15574"/>
                    <a:pt x="62530" y="18876"/>
                    <a:pt x="55799" y="22051"/>
                  </a:cubicBezTo>
                  <a:cubicBezTo>
                    <a:pt x="55672" y="22051"/>
                    <a:pt x="55545" y="22178"/>
                    <a:pt x="55418" y="22178"/>
                  </a:cubicBezTo>
                  <a:cubicBezTo>
                    <a:pt x="47544" y="25226"/>
                    <a:pt x="38400" y="28020"/>
                    <a:pt x="27986" y="30433"/>
                  </a:cubicBezTo>
                  <a:cubicBezTo>
                    <a:pt x="27859" y="30433"/>
                    <a:pt x="27732" y="30433"/>
                    <a:pt x="27732" y="30560"/>
                  </a:cubicBezTo>
                  <a:cubicBezTo>
                    <a:pt x="19985" y="31957"/>
                    <a:pt x="12619" y="32973"/>
                    <a:pt x="5761" y="33735"/>
                  </a:cubicBezTo>
                  <a:cubicBezTo>
                    <a:pt x="2967" y="34116"/>
                    <a:pt x="427" y="32084"/>
                    <a:pt x="46" y="29290"/>
                  </a:cubicBezTo>
                  <a:cubicBezTo>
                    <a:pt x="-335" y="26496"/>
                    <a:pt x="1697" y="23956"/>
                    <a:pt x="4491" y="23575"/>
                  </a:cubicBezTo>
                  <a:cubicBezTo>
                    <a:pt x="11222" y="22813"/>
                    <a:pt x="18334" y="21670"/>
                    <a:pt x="25954" y="20400"/>
                  </a:cubicBezTo>
                  <a:lnTo>
                    <a:pt x="26843" y="25480"/>
                  </a:lnTo>
                  <a:lnTo>
                    <a:pt x="25700" y="20527"/>
                  </a:lnTo>
                  <a:cubicBezTo>
                    <a:pt x="35733" y="18114"/>
                    <a:pt x="44369" y="15447"/>
                    <a:pt x="51862" y="12653"/>
                  </a:cubicBezTo>
                  <a:lnTo>
                    <a:pt x="53767" y="17479"/>
                  </a:lnTo>
                  <a:lnTo>
                    <a:pt x="51481" y="12907"/>
                  </a:lnTo>
                  <a:cubicBezTo>
                    <a:pt x="57450" y="9986"/>
                    <a:pt x="62149" y="7192"/>
                    <a:pt x="70785" y="969"/>
                  </a:cubicBezTo>
                  <a:cubicBezTo>
                    <a:pt x="73071" y="-682"/>
                    <a:pt x="76246" y="-174"/>
                    <a:pt x="77897" y="2112"/>
                  </a:cubicBezTo>
                  <a:cubicBezTo>
                    <a:pt x="79548" y="4398"/>
                    <a:pt x="79040" y="7573"/>
                    <a:pt x="76754" y="922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98470" y="457226"/>
              <a:ext cx="98785" cy="36174"/>
            </a:xfrm>
            <a:custGeom>
              <a:avLst/>
              <a:gdLst/>
              <a:ahLst/>
              <a:cxnLst/>
              <a:rect r="r" b="b" t="t" l="l"/>
              <a:pathLst>
                <a:path h="36174" w="98785">
                  <a:moveTo>
                    <a:pt x="96652" y="9245"/>
                  </a:moveTo>
                  <a:cubicBezTo>
                    <a:pt x="87635" y="16357"/>
                    <a:pt x="84587" y="18389"/>
                    <a:pt x="81158" y="20421"/>
                  </a:cubicBezTo>
                  <a:cubicBezTo>
                    <a:pt x="81031" y="20421"/>
                    <a:pt x="80904" y="20548"/>
                    <a:pt x="80904" y="20548"/>
                  </a:cubicBezTo>
                  <a:cubicBezTo>
                    <a:pt x="76713" y="22580"/>
                    <a:pt x="72395" y="24358"/>
                    <a:pt x="66807" y="26390"/>
                  </a:cubicBezTo>
                  <a:cubicBezTo>
                    <a:pt x="66680" y="26390"/>
                    <a:pt x="66680" y="26390"/>
                    <a:pt x="66553" y="26517"/>
                  </a:cubicBezTo>
                  <a:cubicBezTo>
                    <a:pt x="61346" y="28168"/>
                    <a:pt x="49535" y="31089"/>
                    <a:pt x="42931" y="32359"/>
                  </a:cubicBezTo>
                  <a:cubicBezTo>
                    <a:pt x="42931" y="32359"/>
                    <a:pt x="42804" y="32359"/>
                    <a:pt x="42804" y="32359"/>
                  </a:cubicBezTo>
                  <a:cubicBezTo>
                    <a:pt x="35565" y="33502"/>
                    <a:pt x="22103" y="35026"/>
                    <a:pt x="11181" y="35915"/>
                  </a:cubicBezTo>
                  <a:cubicBezTo>
                    <a:pt x="11181" y="35915"/>
                    <a:pt x="11054" y="35915"/>
                    <a:pt x="11054" y="35915"/>
                  </a:cubicBezTo>
                  <a:lnTo>
                    <a:pt x="5339" y="36169"/>
                  </a:lnTo>
                  <a:cubicBezTo>
                    <a:pt x="2545" y="36296"/>
                    <a:pt x="132" y="34137"/>
                    <a:pt x="5" y="31216"/>
                  </a:cubicBezTo>
                  <a:cubicBezTo>
                    <a:pt x="-122" y="28295"/>
                    <a:pt x="2037" y="26009"/>
                    <a:pt x="4958" y="25882"/>
                  </a:cubicBezTo>
                  <a:lnTo>
                    <a:pt x="10673" y="25628"/>
                  </a:lnTo>
                  <a:lnTo>
                    <a:pt x="10927" y="30708"/>
                  </a:lnTo>
                  <a:lnTo>
                    <a:pt x="10546" y="25628"/>
                  </a:lnTo>
                  <a:cubicBezTo>
                    <a:pt x="21341" y="24866"/>
                    <a:pt x="34422" y="23342"/>
                    <a:pt x="41280" y="22199"/>
                  </a:cubicBezTo>
                  <a:lnTo>
                    <a:pt x="42042" y="27279"/>
                  </a:lnTo>
                  <a:lnTo>
                    <a:pt x="41026" y="22199"/>
                  </a:lnTo>
                  <a:cubicBezTo>
                    <a:pt x="47249" y="20929"/>
                    <a:pt x="58679" y="18135"/>
                    <a:pt x="63505" y="16611"/>
                  </a:cubicBezTo>
                  <a:lnTo>
                    <a:pt x="65029" y="21564"/>
                  </a:lnTo>
                  <a:lnTo>
                    <a:pt x="63251" y="16738"/>
                  </a:lnTo>
                  <a:cubicBezTo>
                    <a:pt x="68585" y="14833"/>
                    <a:pt x="72522" y="13055"/>
                    <a:pt x="76332" y="11277"/>
                  </a:cubicBezTo>
                  <a:lnTo>
                    <a:pt x="78618" y="15849"/>
                  </a:lnTo>
                  <a:lnTo>
                    <a:pt x="76078" y="11404"/>
                  </a:lnTo>
                  <a:cubicBezTo>
                    <a:pt x="78872" y="9753"/>
                    <a:pt x="81412" y="8102"/>
                    <a:pt x="90429" y="1117"/>
                  </a:cubicBezTo>
                  <a:cubicBezTo>
                    <a:pt x="92715" y="-661"/>
                    <a:pt x="95890" y="-280"/>
                    <a:pt x="97668" y="2006"/>
                  </a:cubicBezTo>
                  <a:cubicBezTo>
                    <a:pt x="99446" y="4292"/>
                    <a:pt x="99065" y="7467"/>
                    <a:pt x="96779" y="924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423105" y="475057"/>
              <a:ext cx="63706" cy="18211"/>
            </a:xfrm>
            <a:custGeom>
              <a:avLst/>
              <a:gdLst/>
              <a:ahLst/>
              <a:cxnLst/>
              <a:rect r="r" b="b" t="t" l="l"/>
              <a:pathLst>
                <a:path h="18211" w="63706">
                  <a:moveTo>
                    <a:pt x="58352" y="18211"/>
                  </a:moveTo>
                  <a:cubicBezTo>
                    <a:pt x="42223" y="17068"/>
                    <a:pt x="28634" y="15417"/>
                    <a:pt x="15807" y="13131"/>
                  </a:cubicBezTo>
                  <a:cubicBezTo>
                    <a:pt x="15680" y="13131"/>
                    <a:pt x="15553" y="13131"/>
                    <a:pt x="15426" y="13004"/>
                  </a:cubicBezTo>
                  <a:lnTo>
                    <a:pt x="3869" y="10083"/>
                  </a:lnTo>
                  <a:cubicBezTo>
                    <a:pt x="1075" y="9321"/>
                    <a:pt x="-576" y="6527"/>
                    <a:pt x="186" y="3860"/>
                  </a:cubicBezTo>
                  <a:cubicBezTo>
                    <a:pt x="948" y="1193"/>
                    <a:pt x="3742" y="-585"/>
                    <a:pt x="6409" y="177"/>
                  </a:cubicBezTo>
                  <a:lnTo>
                    <a:pt x="17966" y="3098"/>
                  </a:lnTo>
                  <a:lnTo>
                    <a:pt x="16696" y="8051"/>
                  </a:lnTo>
                  <a:lnTo>
                    <a:pt x="17585" y="2971"/>
                  </a:lnTo>
                  <a:cubicBezTo>
                    <a:pt x="30031" y="5257"/>
                    <a:pt x="43239" y="6781"/>
                    <a:pt x="58987" y="7924"/>
                  </a:cubicBezTo>
                  <a:cubicBezTo>
                    <a:pt x="61781" y="8178"/>
                    <a:pt x="63940" y="10591"/>
                    <a:pt x="63686" y="13385"/>
                  </a:cubicBezTo>
                  <a:cubicBezTo>
                    <a:pt x="63432" y="16179"/>
                    <a:pt x="61019" y="18338"/>
                    <a:pt x="58225" y="1808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12170" y="555366"/>
              <a:ext cx="85497" cy="48414"/>
            </a:xfrm>
            <a:custGeom>
              <a:avLst/>
              <a:gdLst/>
              <a:ahLst/>
              <a:cxnLst/>
              <a:rect r="r" b="b" t="t" l="l"/>
              <a:pathLst>
                <a:path h="48414" w="85497">
                  <a:moveTo>
                    <a:pt x="85492" y="5466"/>
                  </a:moveTo>
                  <a:cubicBezTo>
                    <a:pt x="85365" y="10927"/>
                    <a:pt x="84857" y="14102"/>
                    <a:pt x="83587" y="17531"/>
                  </a:cubicBezTo>
                  <a:cubicBezTo>
                    <a:pt x="83460" y="17785"/>
                    <a:pt x="83333" y="18039"/>
                    <a:pt x="83206" y="18293"/>
                  </a:cubicBezTo>
                  <a:cubicBezTo>
                    <a:pt x="81301" y="21468"/>
                    <a:pt x="78888" y="24389"/>
                    <a:pt x="74824" y="28072"/>
                  </a:cubicBezTo>
                  <a:cubicBezTo>
                    <a:pt x="74697" y="28199"/>
                    <a:pt x="74443" y="28326"/>
                    <a:pt x="74316" y="28453"/>
                  </a:cubicBezTo>
                  <a:cubicBezTo>
                    <a:pt x="69998" y="31374"/>
                    <a:pt x="64664" y="34295"/>
                    <a:pt x="59457" y="36708"/>
                  </a:cubicBezTo>
                  <a:cubicBezTo>
                    <a:pt x="59330" y="36708"/>
                    <a:pt x="59203" y="36835"/>
                    <a:pt x="59203" y="36835"/>
                  </a:cubicBezTo>
                  <a:cubicBezTo>
                    <a:pt x="52599" y="39375"/>
                    <a:pt x="45995" y="41407"/>
                    <a:pt x="38248" y="43439"/>
                  </a:cubicBezTo>
                  <a:cubicBezTo>
                    <a:pt x="38121" y="43439"/>
                    <a:pt x="38121" y="43439"/>
                    <a:pt x="37994" y="43439"/>
                  </a:cubicBezTo>
                  <a:cubicBezTo>
                    <a:pt x="30247" y="45090"/>
                    <a:pt x="22500" y="46360"/>
                    <a:pt x="13483" y="47630"/>
                  </a:cubicBezTo>
                  <a:cubicBezTo>
                    <a:pt x="13356" y="47630"/>
                    <a:pt x="13356" y="47630"/>
                    <a:pt x="13229" y="47630"/>
                  </a:cubicBezTo>
                  <a:lnTo>
                    <a:pt x="5609" y="48392"/>
                  </a:lnTo>
                  <a:cubicBezTo>
                    <a:pt x="2815" y="48646"/>
                    <a:pt x="275" y="46614"/>
                    <a:pt x="21" y="43820"/>
                  </a:cubicBezTo>
                  <a:cubicBezTo>
                    <a:pt x="-233" y="41026"/>
                    <a:pt x="1799" y="38486"/>
                    <a:pt x="4593" y="38232"/>
                  </a:cubicBezTo>
                  <a:lnTo>
                    <a:pt x="12213" y="37470"/>
                  </a:lnTo>
                  <a:lnTo>
                    <a:pt x="12721" y="42550"/>
                  </a:lnTo>
                  <a:lnTo>
                    <a:pt x="12086" y="37470"/>
                  </a:lnTo>
                  <a:cubicBezTo>
                    <a:pt x="20849" y="36327"/>
                    <a:pt x="28469" y="34930"/>
                    <a:pt x="35835" y="33406"/>
                  </a:cubicBezTo>
                  <a:lnTo>
                    <a:pt x="36851" y="38359"/>
                  </a:lnTo>
                  <a:lnTo>
                    <a:pt x="35581" y="33406"/>
                  </a:lnTo>
                  <a:cubicBezTo>
                    <a:pt x="43074" y="31501"/>
                    <a:pt x="49297" y="29469"/>
                    <a:pt x="55520" y="27183"/>
                  </a:cubicBezTo>
                  <a:lnTo>
                    <a:pt x="57298" y="32009"/>
                  </a:lnTo>
                  <a:lnTo>
                    <a:pt x="55139" y="27310"/>
                  </a:lnTo>
                  <a:cubicBezTo>
                    <a:pt x="59965" y="25151"/>
                    <a:pt x="64918" y="22357"/>
                    <a:pt x="68601" y="19944"/>
                  </a:cubicBezTo>
                  <a:lnTo>
                    <a:pt x="71522" y="24135"/>
                  </a:lnTo>
                  <a:lnTo>
                    <a:pt x="68093" y="20325"/>
                  </a:lnTo>
                  <a:cubicBezTo>
                    <a:pt x="71649" y="17150"/>
                    <a:pt x="73300" y="15118"/>
                    <a:pt x="74443" y="12959"/>
                  </a:cubicBezTo>
                  <a:lnTo>
                    <a:pt x="78888" y="15499"/>
                  </a:lnTo>
                  <a:lnTo>
                    <a:pt x="74062" y="13721"/>
                  </a:lnTo>
                  <a:cubicBezTo>
                    <a:pt x="74824" y="11689"/>
                    <a:pt x="75205" y="9784"/>
                    <a:pt x="75332" y="4958"/>
                  </a:cubicBezTo>
                  <a:cubicBezTo>
                    <a:pt x="75459" y="2164"/>
                    <a:pt x="77745" y="-122"/>
                    <a:pt x="80539" y="5"/>
                  </a:cubicBezTo>
                  <a:cubicBezTo>
                    <a:pt x="83333" y="132"/>
                    <a:pt x="85619" y="2418"/>
                    <a:pt x="85492" y="52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89509" y="541020"/>
              <a:ext cx="71676" cy="61341"/>
            </a:xfrm>
            <a:custGeom>
              <a:avLst/>
              <a:gdLst/>
              <a:ahLst/>
              <a:cxnLst/>
              <a:rect r="r" b="b" t="t" l="l"/>
              <a:pathLst>
                <a:path h="61341" w="71676">
                  <a:moveTo>
                    <a:pt x="65659" y="61341"/>
                  </a:moveTo>
                  <a:cubicBezTo>
                    <a:pt x="56642" y="59944"/>
                    <a:pt x="48768" y="58293"/>
                    <a:pt x="41021" y="56388"/>
                  </a:cubicBezTo>
                  <a:cubicBezTo>
                    <a:pt x="40894" y="56388"/>
                    <a:pt x="40894" y="56388"/>
                    <a:pt x="40767" y="56261"/>
                  </a:cubicBezTo>
                  <a:cubicBezTo>
                    <a:pt x="32893" y="53848"/>
                    <a:pt x="26416" y="51308"/>
                    <a:pt x="19812" y="48260"/>
                  </a:cubicBezTo>
                  <a:cubicBezTo>
                    <a:pt x="19685" y="48133"/>
                    <a:pt x="19558" y="48133"/>
                    <a:pt x="19431" y="48006"/>
                  </a:cubicBezTo>
                  <a:cubicBezTo>
                    <a:pt x="14097" y="44831"/>
                    <a:pt x="9779" y="41783"/>
                    <a:pt x="5969" y="37973"/>
                  </a:cubicBezTo>
                  <a:cubicBezTo>
                    <a:pt x="5715" y="37719"/>
                    <a:pt x="5588" y="37592"/>
                    <a:pt x="5461" y="37338"/>
                  </a:cubicBezTo>
                  <a:cubicBezTo>
                    <a:pt x="3302" y="34417"/>
                    <a:pt x="1778" y="31369"/>
                    <a:pt x="762" y="28194"/>
                  </a:cubicBezTo>
                  <a:cubicBezTo>
                    <a:pt x="635" y="27940"/>
                    <a:pt x="635" y="27559"/>
                    <a:pt x="508" y="27178"/>
                  </a:cubicBezTo>
                  <a:cubicBezTo>
                    <a:pt x="127" y="24384"/>
                    <a:pt x="0" y="1676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cubicBezTo>
                    <a:pt x="10160" y="17145"/>
                    <a:pt x="10287" y="23876"/>
                    <a:pt x="10668" y="26035"/>
                  </a:cubicBezTo>
                  <a:lnTo>
                    <a:pt x="5588" y="26670"/>
                  </a:lnTo>
                  <a:lnTo>
                    <a:pt x="10414" y="25019"/>
                  </a:lnTo>
                  <a:cubicBezTo>
                    <a:pt x="11049" y="27051"/>
                    <a:pt x="12192" y="29083"/>
                    <a:pt x="13716" y="31242"/>
                  </a:cubicBezTo>
                  <a:lnTo>
                    <a:pt x="9525" y="34290"/>
                  </a:lnTo>
                  <a:lnTo>
                    <a:pt x="13081" y="30607"/>
                  </a:lnTo>
                  <a:cubicBezTo>
                    <a:pt x="16129" y="33655"/>
                    <a:pt x="19685" y="36195"/>
                    <a:pt x="24511" y="38989"/>
                  </a:cubicBezTo>
                  <a:lnTo>
                    <a:pt x="21971" y="43434"/>
                  </a:lnTo>
                  <a:lnTo>
                    <a:pt x="24130" y="38735"/>
                  </a:lnTo>
                  <a:cubicBezTo>
                    <a:pt x="30226" y="41529"/>
                    <a:pt x="36322" y="43942"/>
                    <a:pt x="43815" y="46228"/>
                  </a:cubicBezTo>
                  <a:lnTo>
                    <a:pt x="42291" y="51181"/>
                  </a:lnTo>
                  <a:lnTo>
                    <a:pt x="43561" y="46228"/>
                  </a:lnTo>
                  <a:cubicBezTo>
                    <a:pt x="51054" y="48133"/>
                    <a:pt x="58547" y="49657"/>
                    <a:pt x="67310" y="51054"/>
                  </a:cubicBezTo>
                  <a:cubicBezTo>
                    <a:pt x="70104" y="51562"/>
                    <a:pt x="72009" y="54102"/>
                    <a:pt x="71628" y="56896"/>
                  </a:cubicBezTo>
                  <a:cubicBezTo>
                    <a:pt x="71247" y="59690"/>
                    <a:pt x="68580" y="61595"/>
                    <a:pt x="65786" y="6121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89382" y="366313"/>
              <a:ext cx="61423" cy="56089"/>
            </a:xfrm>
            <a:custGeom>
              <a:avLst/>
              <a:gdLst/>
              <a:ahLst/>
              <a:cxnLst/>
              <a:rect r="r" b="b" t="t" l="l"/>
              <a:pathLst>
                <a:path h="56089" w="61423">
                  <a:moveTo>
                    <a:pt x="127" y="50882"/>
                  </a:moveTo>
                  <a:cubicBezTo>
                    <a:pt x="127" y="47707"/>
                    <a:pt x="127" y="44659"/>
                    <a:pt x="127" y="41865"/>
                  </a:cubicBezTo>
                  <a:cubicBezTo>
                    <a:pt x="127" y="39579"/>
                    <a:pt x="127" y="37420"/>
                    <a:pt x="127" y="35515"/>
                  </a:cubicBezTo>
                  <a:cubicBezTo>
                    <a:pt x="127" y="33483"/>
                    <a:pt x="254" y="31578"/>
                    <a:pt x="381" y="30181"/>
                  </a:cubicBezTo>
                  <a:cubicBezTo>
                    <a:pt x="381" y="29800"/>
                    <a:pt x="508" y="29546"/>
                    <a:pt x="635" y="29165"/>
                  </a:cubicBezTo>
                  <a:cubicBezTo>
                    <a:pt x="1524" y="26371"/>
                    <a:pt x="3175" y="23450"/>
                    <a:pt x="5207" y="20910"/>
                  </a:cubicBezTo>
                  <a:cubicBezTo>
                    <a:pt x="5334" y="20783"/>
                    <a:pt x="5461" y="20656"/>
                    <a:pt x="5588" y="20402"/>
                  </a:cubicBezTo>
                  <a:cubicBezTo>
                    <a:pt x="8001" y="17862"/>
                    <a:pt x="12192" y="14687"/>
                    <a:pt x="16764" y="11893"/>
                  </a:cubicBezTo>
                  <a:cubicBezTo>
                    <a:pt x="16891" y="11766"/>
                    <a:pt x="17018" y="11766"/>
                    <a:pt x="17145" y="11639"/>
                  </a:cubicBezTo>
                  <a:cubicBezTo>
                    <a:pt x="21717" y="9353"/>
                    <a:pt x="27178" y="7194"/>
                    <a:pt x="33147" y="5162"/>
                  </a:cubicBezTo>
                  <a:cubicBezTo>
                    <a:pt x="33274" y="5162"/>
                    <a:pt x="33274" y="5162"/>
                    <a:pt x="33401" y="5035"/>
                  </a:cubicBezTo>
                  <a:cubicBezTo>
                    <a:pt x="40386" y="3130"/>
                    <a:pt x="47498" y="1479"/>
                    <a:pt x="55372" y="82"/>
                  </a:cubicBezTo>
                  <a:cubicBezTo>
                    <a:pt x="58166" y="-426"/>
                    <a:pt x="60833" y="1479"/>
                    <a:pt x="61341" y="4273"/>
                  </a:cubicBezTo>
                  <a:cubicBezTo>
                    <a:pt x="61849" y="7067"/>
                    <a:pt x="59944" y="9734"/>
                    <a:pt x="57150" y="10242"/>
                  </a:cubicBezTo>
                  <a:cubicBezTo>
                    <a:pt x="49657" y="11639"/>
                    <a:pt x="42799" y="13163"/>
                    <a:pt x="36195" y="14941"/>
                  </a:cubicBezTo>
                  <a:lnTo>
                    <a:pt x="34798" y="9988"/>
                  </a:lnTo>
                  <a:lnTo>
                    <a:pt x="36449" y="14814"/>
                  </a:lnTo>
                  <a:cubicBezTo>
                    <a:pt x="30861" y="16719"/>
                    <a:pt x="25781" y="18751"/>
                    <a:pt x="21717" y="20783"/>
                  </a:cubicBezTo>
                  <a:lnTo>
                    <a:pt x="19431" y="16211"/>
                  </a:lnTo>
                  <a:lnTo>
                    <a:pt x="22098" y="20529"/>
                  </a:lnTo>
                  <a:cubicBezTo>
                    <a:pt x="18034" y="23069"/>
                    <a:pt x="14605" y="25736"/>
                    <a:pt x="12827" y="27514"/>
                  </a:cubicBezTo>
                  <a:lnTo>
                    <a:pt x="9144" y="23958"/>
                  </a:lnTo>
                  <a:lnTo>
                    <a:pt x="13208" y="27133"/>
                  </a:lnTo>
                  <a:cubicBezTo>
                    <a:pt x="11811" y="28911"/>
                    <a:pt x="10795" y="30816"/>
                    <a:pt x="10287" y="32340"/>
                  </a:cubicBezTo>
                  <a:lnTo>
                    <a:pt x="5461" y="30689"/>
                  </a:lnTo>
                  <a:lnTo>
                    <a:pt x="10541" y="31324"/>
                  </a:lnTo>
                  <a:cubicBezTo>
                    <a:pt x="10414" y="32213"/>
                    <a:pt x="10414" y="33610"/>
                    <a:pt x="10287" y="35642"/>
                  </a:cubicBezTo>
                  <a:cubicBezTo>
                    <a:pt x="10287" y="37420"/>
                    <a:pt x="10287" y="39452"/>
                    <a:pt x="10287" y="41865"/>
                  </a:cubicBezTo>
                  <a:cubicBezTo>
                    <a:pt x="10287" y="44659"/>
                    <a:pt x="10287" y="47834"/>
                    <a:pt x="10287" y="51009"/>
                  </a:cubicBezTo>
                  <a:cubicBezTo>
                    <a:pt x="10287" y="53803"/>
                    <a:pt x="7874" y="56089"/>
                    <a:pt x="5080" y="56089"/>
                  </a:cubicBezTo>
                  <a:cubicBezTo>
                    <a:pt x="2286" y="56089"/>
                    <a:pt x="0" y="53676"/>
                    <a:pt x="0" y="5088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40231" y="363151"/>
              <a:ext cx="99286" cy="13580"/>
            </a:xfrm>
            <a:custGeom>
              <a:avLst/>
              <a:gdLst/>
              <a:ahLst/>
              <a:cxnLst/>
              <a:rect r="r" b="b" t="t" l="l"/>
              <a:pathLst>
                <a:path h="13580" w="99286">
                  <a:moveTo>
                    <a:pt x="4777" y="3371"/>
                  </a:moveTo>
                  <a:cubicBezTo>
                    <a:pt x="13159" y="2228"/>
                    <a:pt x="22176" y="1212"/>
                    <a:pt x="35638" y="323"/>
                  </a:cubicBezTo>
                  <a:cubicBezTo>
                    <a:pt x="35638" y="323"/>
                    <a:pt x="35765" y="323"/>
                    <a:pt x="35765" y="323"/>
                  </a:cubicBezTo>
                  <a:cubicBezTo>
                    <a:pt x="52148" y="-185"/>
                    <a:pt x="59895" y="-58"/>
                    <a:pt x="75262" y="450"/>
                  </a:cubicBezTo>
                  <a:cubicBezTo>
                    <a:pt x="75389" y="450"/>
                    <a:pt x="75389" y="450"/>
                    <a:pt x="75516" y="450"/>
                  </a:cubicBezTo>
                  <a:cubicBezTo>
                    <a:pt x="82374" y="1085"/>
                    <a:pt x="88724" y="1720"/>
                    <a:pt x="94693" y="2355"/>
                  </a:cubicBezTo>
                  <a:cubicBezTo>
                    <a:pt x="97487" y="2736"/>
                    <a:pt x="99519" y="5276"/>
                    <a:pt x="99265" y="8070"/>
                  </a:cubicBezTo>
                  <a:cubicBezTo>
                    <a:pt x="99011" y="10864"/>
                    <a:pt x="96344" y="12896"/>
                    <a:pt x="93550" y="12642"/>
                  </a:cubicBezTo>
                  <a:cubicBezTo>
                    <a:pt x="87708" y="12007"/>
                    <a:pt x="81358" y="11372"/>
                    <a:pt x="74627" y="10737"/>
                  </a:cubicBezTo>
                  <a:lnTo>
                    <a:pt x="75008" y="5657"/>
                  </a:lnTo>
                  <a:lnTo>
                    <a:pt x="74754" y="10737"/>
                  </a:lnTo>
                  <a:cubicBezTo>
                    <a:pt x="59641" y="10102"/>
                    <a:pt x="52021" y="10102"/>
                    <a:pt x="35892" y="10610"/>
                  </a:cubicBezTo>
                  <a:lnTo>
                    <a:pt x="35765" y="5530"/>
                  </a:lnTo>
                  <a:lnTo>
                    <a:pt x="36146" y="10610"/>
                  </a:lnTo>
                  <a:cubicBezTo>
                    <a:pt x="22811" y="11499"/>
                    <a:pt x="14048" y="12388"/>
                    <a:pt x="5920" y="13531"/>
                  </a:cubicBezTo>
                  <a:cubicBezTo>
                    <a:pt x="3126" y="13912"/>
                    <a:pt x="586" y="12007"/>
                    <a:pt x="78" y="9213"/>
                  </a:cubicBezTo>
                  <a:cubicBezTo>
                    <a:pt x="-430" y="6419"/>
                    <a:pt x="1602" y="3879"/>
                    <a:pt x="4396" y="337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29669" y="365633"/>
              <a:ext cx="68120" cy="62230"/>
            </a:xfrm>
            <a:custGeom>
              <a:avLst/>
              <a:gdLst/>
              <a:ahLst/>
              <a:cxnLst/>
              <a:rect r="r" b="b" t="t" l="l"/>
              <a:pathLst>
                <a:path h="62230" w="68120">
                  <a:moveTo>
                    <a:pt x="5636" y="0"/>
                  </a:moveTo>
                  <a:cubicBezTo>
                    <a:pt x="14653" y="1397"/>
                    <a:pt x="23797" y="3175"/>
                    <a:pt x="31544" y="5080"/>
                  </a:cubicBezTo>
                  <a:cubicBezTo>
                    <a:pt x="31671" y="5080"/>
                    <a:pt x="31671" y="5080"/>
                    <a:pt x="31798" y="5207"/>
                  </a:cubicBezTo>
                  <a:cubicBezTo>
                    <a:pt x="38402" y="7239"/>
                    <a:pt x="45006" y="9779"/>
                    <a:pt x="50467" y="12319"/>
                  </a:cubicBezTo>
                  <a:cubicBezTo>
                    <a:pt x="50594" y="12446"/>
                    <a:pt x="50721" y="12446"/>
                    <a:pt x="50848" y="12573"/>
                  </a:cubicBezTo>
                  <a:cubicBezTo>
                    <a:pt x="55039" y="14986"/>
                    <a:pt x="59103" y="18161"/>
                    <a:pt x="61897" y="20828"/>
                  </a:cubicBezTo>
                  <a:cubicBezTo>
                    <a:pt x="62024" y="20955"/>
                    <a:pt x="62151" y="21209"/>
                    <a:pt x="62405" y="21336"/>
                  </a:cubicBezTo>
                  <a:cubicBezTo>
                    <a:pt x="64691" y="24257"/>
                    <a:pt x="66469" y="27432"/>
                    <a:pt x="67485" y="30607"/>
                  </a:cubicBezTo>
                  <a:cubicBezTo>
                    <a:pt x="67612" y="30988"/>
                    <a:pt x="67612" y="31369"/>
                    <a:pt x="67739" y="31623"/>
                  </a:cubicBezTo>
                  <a:cubicBezTo>
                    <a:pt x="67993" y="34290"/>
                    <a:pt x="68120" y="42926"/>
                    <a:pt x="68120" y="57150"/>
                  </a:cubicBezTo>
                  <a:cubicBezTo>
                    <a:pt x="68120" y="59944"/>
                    <a:pt x="65834" y="62230"/>
                    <a:pt x="63040" y="62230"/>
                  </a:cubicBezTo>
                  <a:cubicBezTo>
                    <a:pt x="60246" y="62230"/>
                    <a:pt x="57960" y="59944"/>
                    <a:pt x="57960" y="57150"/>
                  </a:cubicBezTo>
                  <a:cubicBezTo>
                    <a:pt x="57960" y="42672"/>
                    <a:pt x="57833" y="34671"/>
                    <a:pt x="57579" y="32639"/>
                  </a:cubicBezTo>
                  <a:lnTo>
                    <a:pt x="62659" y="32131"/>
                  </a:lnTo>
                  <a:lnTo>
                    <a:pt x="57833" y="33655"/>
                  </a:lnTo>
                  <a:cubicBezTo>
                    <a:pt x="57198" y="31750"/>
                    <a:pt x="56182" y="29591"/>
                    <a:pt x="54531" y="27559"/>
                  </a:cubicBezTo>
                  <a:lnTo>
                    <a:pt x="58595" y="24384"/>
                  </a:lnTo>
                  <a:lnTo>
                    <a:pt x="55039" y="28067"/>
                  </a:lnTo>
                  <a:cubicBezTo>
                    <a:pt x="53007" y="26035"/>
                    <a:pt x="49578" y="23495"/>
                    <a:pt x="45895" y="21336"/>
                  </a:cubicBezTo>
                  <a:lnTo>
                    <a:pt x="48435" y="16891"/>
                  </a:lnTo>
                  <a:lnTo>
                    <a:pt x="46276" y="21590"/>
                  </a:lnTo>
                  <a:cubicBezTo>
                    <a:pt x="41450" y="19304"/>
                    <a:pt x="35354" y="17018"/>
                    <a:pt x="29004" y="15113"/>
                  </a:cubicBezTo>
                  <a:lnTo>
                    <a:pt x="30528" y="10160"/>
                  </a:lnTo>
                  <a:lnTo>
                    <a:pt x="29258" y="15113"/>
                  </a:lnTo>
                  <a:cubicBezTo>
                    <a:pt x="21892" y="13335"/>
                    <a:pt x="13129" y="11557"/>
                    <a:pt x="4366" y="10287"/>
                  </a:cubicBezTo>
                  <a:cubicBezTo>
                    <a:pt x="1572" y="9906"/>
                    <a:pt x="-333" y="7239"/>
                    <a:pt x="48" y="4445"/>
                  </a:cubicBezTo>
                  <a:cubicBezTo>
                    <a:pt x="429" y="1651"/>
                    <a:pt x="3096" y="-254"/>
                    <a:pt x="5890" y="1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587502" y="513461"/>
              <a:ext cx="10160" cy="52324"/>
            </a:xfrm>
            <a:custGeom>
              <a:avLst/>
              <a:gdLst/>
              <a:ahLst/>
              <a:cxnLst/>
              <a:rect r="r" b="b" t="t" l="l"/>
              <a:pathLst>
                <a:path h="52324" w="10160">
                  <a:moveTo>
                    <a:pt x="10160" y="5080"/>
                  </a:moveTo>
                  <a:lnTo>
                    <a:pt x="10160" y="47244"/>
                  </a:lnTo>
                  <a:cubicBezTo>
                    <a:pt x="10160" y="50038"/>
                    <a:pt x="7874" y="52324"/>
                    <a:pt x="5080" y="52324"/>
                  </a:cubicBezTo>
                  <a:cubicBezTo>
                    <a:pt x="2286" y="52324"/>
                    <a:pt x="0" y="50038"/>
                    <a:pt x="0" y="4724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86486" y="456819"/>
              <a:ext cx="11176" cy="67437"/>
            </a:xfrm>
            <a:custGeom>
              <a:avLst/>
              <a:gdLst/>
              <a:ahLst/>
              <a:cxnLst/>
              <a:rect r="r" b="b" t="t" l="l"/>
              <a:pathLst>
                <a:path h="67437" w="11176">
                  <a:moveTo>
                    <a:pt x="11176" y="5207"/>
                  </a:moveTo>
                  <a:lnTo>
                    <a:pt x="10287" y="62357"/>
                  </a:lnTo>
                  <a:cubicBezTo>
                    <a:pt x="10287" y="65151"/>
                    <a:pt x="7874" y="67437"/>
                    <a:pt x="5080" y="67437"/>
                  </a:cubicBezTo>
                  <a:cubicBezTo>
                    <a:pt x="2286" y="67437"/>
                    <a:pt x="0" y="65024"/>
                    <a:pt x="0" y="62230"/>
                  </a:cubicBezTo>
                  <a:lnTo>
                    <a:pt x="889" y="5080"/>
                  </a:lnTo>
                  <a:cubicBezTo>
                    <a:pt x="889" y="2286"/>
                    <a:pt x="3302" y="0"/>
                    <a:pt x="6096" y="0"/>
                  </a:cubicBezTo>
                  <a:cubicBezTo>
                    <a:pt x="8890" y="0"/>
                    <a:pt x="11176" y="2413"/>
                    <a:pt x="11176" y="520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45287" y="402693"/>
              <a:ext cx="52526" cy="29316"/>
            </a:xfrm>
            <a:custGeom>
              <a:avLst/>
              <a:gdLst/>
              <a:ahLst/>
              <a:cxnLst/>
              <a:rect r="r" b="b" t="t" l="l"/>
              <a:pathLst>
                <a:path h="29316" w="52526">
                  <a:moveTo>
                    <a:pt x="50470" y="9041"/>
                  </a:moveTo>
                  <a:cubicBezTo>
                    <a:pt x="37389" y="19709"/>
                    <a:pt x="22530" y="26567"/>
                    <a:pt x="5893" y="29234"/>
                  </a:cubicBezTo>
                  <a:cubicBezTo>
                    <a:pt x="3099" y="29742"/>
                    <a:pt x="432" y="27837"/>
                    <a:pt x="51" y="25043"/>
                  </a:cubicBezTo>
                  <a:cubicBezTo>
                    <a:pt x="-330" y="22249"/>
                    <a:pt x="1448" y="19582"/>
                    <a:pt x="4242" y="19201"/>
                  </a:cubicBezTo>
                  <a:cubicBezTo>
                    <a:pt x="19101" y="16661"/>
                    <a:pt x="32436" y="10692"/>
                    <a:pt x="44120" y="1167"/>
                  </a:cubicBezTo>
                  <a:cubicBezTo>
                    <a:pt x="46279" y="-611"/>
                    <a:pt x="49581" y="-357"/>
                    <a:pt x="51359" y="1929"/>
                  </a:cubicBezTo>
                  <a:cubicBezTo>
                    <a:pt x="53137" y="4215"/>
                    <a:pt x="52883" y="7390"/>
                    <a:pt x="50597" y="916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433957" y="533652"/>
              <a:ext cx="94510" cy="15578"/>
            </a:xfrm>
            <a:custGeom>
              <a:avLst/>
              <a:gdLst/>
              <a:ahLst/>
              <a:cxnLst/>
              <a:rect r="r" b="b" t="t" l="l"/>
              <a:pathLst>
                <a:path h="15578" w="94510">
                  <a:moveTo>
                    <a:pt x="89664" y="14226"/>
                  </a:moveTo>
                  <a:cubicBezTo>
                    <a:pt x="61343" y="16639"/>
                    <a:pt x="32768" y="16131"/>
                    <a:pt x="4066" y="10162"/>
                  </a:cubicBezTo>
                  <a:cubicBezTo>
                    <a:pt x="1272" y="9527"/>
                    <a:pt x="-506" y="6860"/>
                    <a:pt x="129" y="4066"/>
                  </a:cubicBezTo>
                  <a:cubicBezTo>
                    <a:pt x="764" y="1272"/>
                    <a:pt x="3431" y="-506"/>
                    <a:pt x="6225" y="129"/>
                  </a:cubicBezTo>
                  <a:cubicBezTo>
                    <a:pt x="33657" y="5844"/>
                    <a:pt x="61216" y="6352"/>
                    <a:pt x="88902" y="3939"/>
                  </a:cubicBezTo>
                  <a:cubicBezTo>
                    <a:pt x="91696" y="3685"/>
                    <a:pt x="94236" y="5844"/>
                    <a:pt x="94490" y="8638"/>
                  </a:cubicBezTo>
                  <a:cubicBezTo>
                    <a:pt x="94744" y="11432"/>
                    <a:pt x="92585" y="13972"/>
                    <a:pt x="89791" y="1422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89369" y="512813"/>
              <a:ext cx="54799" cy="30923"/>
            </a:xfrm>
            <a:custGeom>
              <a:avLst/>
              <a:gdLst/>
              <a:ahLst/>
              <a:cxnLst/>
              <a:rect r="r" b="b" t="t" l="l"/>
              <a:pathLst>
                <a:path h="30923" w="54799">
                  <a:moveTo>
                    <a:pt x="48908" y="30874"/>
                  </a:moveTo>
                  <a:cubicBezTo>
                    <a:pt x="31128" y="28207"/>
                    <a:pt x="15380" y="20968"/>
                    <a:pt x="1791" y="9030"/>
                  </a:cubicBezTo>
                  <a:cubicBezTo>
                    <a:pt x="-368" y="7125"/>
                    <a:pt x="-622" y="3950"/>
                    <a:pt x="1283" y="1791"/>
                  </a:cubicBezTo>
                  <a:cubicBezTo>
                    <a:pt x="3188" y="-368"/>
                    <a:pt x="6363" y="-622"/>
                    <a:pt x="8522" y="1283"/>
                  </a:cubicBezTo>
                  <a:cubicBezTo>
                    <a:pt x="20587" y="11824"/>
                    <a:pt x="34557" y="18301"/>
                    <a:pt x="50432" y="20714"/>
                  </a:cubicBezTo>
                  <a:cubicBezTo>
                    <a:pt x="53226" y="21095"/>
                    <a:pt x="55131" y="23762"/>
                    <a:pt x="54750" y="26556"/>
                  </a:cubicBezTo>
                  <a:cubicBezTo>
                    <a:pt x="54369" y="29350"/>
                    <a:pt x="51702" y="31255"/>
                    <a:pt x="48908" y="3087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450929" y="592150"/>
              <a:ext cx="71428" cy="12662"/>
            </a:xfrm>
            <a:custGeom>
              <a:avLst/>
              <a:gdLst/>
              <a:ahLst/>
              <a:cxnLst/>
              <a:rect r="r" b="b" t="t" l="l"/>
              <a:pathLst>
                <a:path h="12662" w="71428">
                  <a:moveTo>
                    <a:pt x="66596" y="11735"/>
                  </a:moveTo>
                  <a:cubicBezTo>
                    <a:pt x="45895" y="13259"/>
                    <a:pt x="25194" y="13005"/>
                    <a:pt x="4366" y="10211"/>
                  </a:cubicBezTo>
                  <a:cubicBezTo>
                    <a:pt x="1572" y="9830"/>
                    <a:pt x="-333" y="7290"/>
                    <a:pt x="48" y="4369"/>
                  </a:cubicBezTo>
                  <a:cubicBezTo>
                    <a:pt x="429" y="1448"/>
                    <a:pt x="2969" y="-330"/>
                    <a:pt x="5890" y="51"/>
                  </a:cubicBezTo>
                  <a:cubicBezTo>
                    <a:pt x="25829" y="2845"/>
                    <a:pt x="45895" y="3099"/>
                    <a:pt x="65961" y="1575"/>
                  </a:cubicBezTo>
                  <a:cubicBezTo>
                    <a:pt x="68755" y="1321"/>
                    <a:pt x="71295" y="3480"/>
                    <a:pt x="71422" y="6274"/>
                  </a:cubicBezTo>
                  <a:cubicBezTo>
                    <a:pt x="71549" y="9068"/>
                    <a:pt x="69517" y="11608"/>
                    <a:pt x="66723" y="1173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89509" y="412115"/>
              <a:ext cx="10160" cy="139192"/>
            </a:xfrm>
            <a:custGeom>
              <a:avLst/>
              <a:gdLst/>
              <a:ahLst/>
              <a:cxnLst/>
              <a:rect r="r" b="b" t="t" l="l"/>
              <a:pathLst>
                <a:path h="139192" w="10160">
                  <a:moveTo>
                    <a:pt x="0" y="134112"/>
                  </a:move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lnTo>
                    <a:pt x="10160" y="134112"/>
                  </a:lnTo>
                  <a:cubicBezTo>
                    <a:pt x="10160" y="136906"/>
                    <a:pt x="7874" y="139192"/>
                    <a:pt x="5080" y="139192"/>
                  </a:cubicBezTo>
                  <a:cubicBezTo>
                    <a:pt x="2286" y="139192"/>
                    <a:pt x="0" y="136906"/>
                    <a:pt x="0" y="1341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76631" y="483235"/>
              <a:ext cx="31877" cy="10160"/>
            </a:xfrm>
            <a:custGeom>
              <a:avLst/>
              <a:gdLst/>
              <a:ahLst/>
              <a:cxnLst/>
              <a:rect r="r" b="b" t="t" l="l"/>
              <a:pathLst>
                <a:path h="10160" w="31877">
                  <a:moveTo>
                    <a:pt x="26797" y="10160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26797" y="0"/>
                  </a:lnTo>
                  <a:cubicBezTo>
                    <a:pt x="29591" y="0"/>
                    <a:pt x="31877" y="2286"/>
                    <a:pt x="31877" y="5080"/>
                  </a:cubicBezTo>
                  <a:cubicBezTo>
                    <a:pt x="31877" y="7874"/>
                    <a:pt x="29591" y="10160"/>
                    <a:pt x="26797" y="1016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586867" y="417449"/>
              <a:ext cx="10795" cy="50038"/>
            </a:xfrm>
            <a:custGeom>
              <a:avLst/>
              <a:gdLst/>
              <a:ahLst/>
              <a:cxnLst/>
              <a:rect r="r" b="b" t="t" l="l"/>
              <a:pathLst>
                <a:path h="50038" w="10795">
                  <a:moveTo>
                    <a:pt x="10795" y="5207"/>
                  </a:moveTo>
                  <a:lnTo>
                    <a:pt x="10287" y="44958"/>
                  </a:lnTo>
                  <a:cubicBezTo>
                    <a:pt x="10287" y="47752"/>
                    <a:pt x="7874" y="50038"/>
                    <a:pt x="5080" y="50038"/>
                  </a:cubicBezTo>
                  <a:cubicBezTo>
                    <a:pt x="2286" y="50038"/>
                    <a:pt x="0" y="47625"/>
                    <a:pt x="0" y="44831"/>
                  </a:cubicBezTo>
                  <a:lnTo>
                    <a:pt x="508" y="5080"/>
                  </a:lnTo>
                  <a:cubicBezTo>
                    <a:pt x="508" y="2286"/>
                    <a:pt x="2921" y="0"/>
                    <a:pt x="5715" y="0"/>
                  </a:cubicBezTo>
                  <a:cubicBezTo>
                    <a:pt x="8509" y="0"/>
                    <a:pt x="10795" y="2413"/>
                    <a:pt x="10795" y="520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389611" y="456794"/>
              <a:ext cx="43899" cy="28278"/>
            </a:xfrm>
            <a:custGeom>
              <a:avLst/>
              <a:gdLst/>
              <a:ahLst/>
              <a:cxnLst/>
              <a:rect r="r" b="b" t="t" l="l"/>
              <a:pathLst>
                <a:path h="28278" w="43899">
                  <a:moveTo>
                    <a:pt x="37490" y="28219"/>
                  </a:moveTo>
                  <a:cubicBezTo>
                    <a:pt x="23901" y="24790"/>
                    <a:pt x="11963" y="18440"/>
                    <a:pt x="1676" y="8915"/>
                  </a:cubicBezTo>
                  <a:cubicBezTo>
                    <a:pt x="-356" y="7010"/>
                    <a:pt x="-610" y="3708"/>
                    <a:pt x="1295" y="1676"/>
                  </a:cubicBezTo>
                  <a:cubicBezTo>
                    <a:pt x="3200" y="-356"/>
                    <a:pt x="6502" y="-610"/>
                    <a:pt x="8534" y="1295"/>
                  </a:cubicBezTo>
                  <a:cubicBezTo>
                    <a:pt x="17551" y="9550"/>
                    <a:pt x="28092" y="15138"/>
                    <a:pt x="40030" y="18186"/>
                  </a:cubicBezTo>
                  <a:cubicBezTo>
                    <a:pt x="42824" y="18821"/>
                    <a:pt x="44475" y="21615"/>
                    <a:pt x="43713" y="24409"/>
                  </a:cubicBezTo>
                  <a:cubicBezTo>
                    <a:pt x="42951" y="27203"/>
                    <a:pt x="40284" y="28854"/>
                    <a:pt x="37490" y="2809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434380" y="421771"/>
              <a:ext cx="121240" cy="16438"/>
            </a:xfrm>
            <a:custGeom>
              <a:avLst/>
              <a:gdLst/>
              <a:ahLst/>
              <a:cxnLst/>
              <a:rect r="r" b="b" t="t" l="l"/>
              <a:pathLst>
                <a:path h="16438" w="121240">
                  <a:moveTo>
                    <a:pt x="117054" y="10283"/>
                  </a:moveTo>
                  <a:cubicBezTo>
                    <a:pt x="79462" y="18030"/>
                    <a:pt x="41743" y="18665"/>
                    <a:pt x="4151" y="11045"/>
                  </a:cubicBezTo>
                  <a:cubicBezTo>
                    <a:pt x="1357" y="10537"/>
                    <a:pt x="-421" y="7743"/>
                    <a:pt x="87" y="4949"/>
                  </a:cubicBezTo>
                  <a:cubicBezTo>
                    <a:pt x="595" y="2155"/>
                    <a:pt x="3389" y="377"/>
                    <a:pt x="6183" y="885"/>
                  </a:cubicBezTo>
                  <a:cubicBezTo>
                    <a:pt x="42378" y="8251"/>
                    <a:pt x="78700" y="7616"/>
                    <a:pt x="115022" y="123"/>
                  </a:cubicBezTo>
                  <a:cubicBezTo>
                    <a:pt x="117816" y="-512"/>
                    <a:pt x="120483" y="1393"/>
                    <a:pt x="121118" y="4060"/>
                  </a:cubicBezTo>
                  <a:cubicBezTo>
                    <a:pt x="121753" y="6727"/>
                    <a:pt x="119848" y="9521"/>
                    <a:pt x="117181" y="1015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389510" y="403480"/>
              <a:ext cx="55165" cy="29257"/>
            </a:xfrm>
            <a:custGeom>
              <a:avLst/>
              <a:gdLst/>
              <a:ahLst/>
              <a:cxnLst/>
              <a:rect r="r" b="b" t="t" l="l"/>
              <a:pathLst>
                <a:path h="29257" w="55165">
                  <a:moveTo>
                    <a:pt x="49148" y="29209"/>
                  </a:moveTo>
                  <a:cubicBezTo>
                    <a:pt x="31749" y="26415"/>
                    <a:pt x="16128" y="19811"/>
                    <a:pt x="2031" y="9270"/>
                  </a:cubicBezTo>
                  <a:cubicBezTo>
                    <a:pt x="-255" y="7619"/>
                    <a:pt x="-636" y="4317"/>
                    <a:pt x="1015" y="2031"/>
                  </a:cubicBezTo>
                  <a:cubicBezTo>
                    <a:pt x="2666" y="-255"/>
                    <a:pt x="5968" y="-636"/>
                    <a:pt x="8254" y="1015"/>
                  </a:cubicBezTo>
                  <a:cubicBezTo>
                    <a:pt x="20954" y="10540"/>
                    <a:pt x="35178" y="16509"/>
                    <a:pt x="50799" y="19049"/>
                  </a:cubicBezTo>
                  <a:cubicBezTo>
                    <a:pt x="53593" y="19430"/>
                    <a:pt x="55498" y="22097"/>
                    <a:pt x="55117" y="24891"/>
                  </a:cubicBezTo>
                  <a:cubicBezTo>
                    <a:pt x="54736" y="27685"/>
                    <a:pt x="52069" y="29590"/>
                    <a:pt x="49275" y="2920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79501" y="5878727"/>
            <a:ext cx="8237321" cy="3322315"/>
            <a:chOff x="0" y="0"/>
            <a:chExt cx="5156200" cy="207962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63373" y="63500"/>
              <a:ext cx="5029454" cy="1952752"/>
            </a:xfrm>
            <a:custGeom>
              <a:avLst/>
              <a:gdLst/>
              <a:ahLst/>
              <a:cxnLst/>
              <a:rect r="r" b="b" t="t" l="l"/>
              <a:pathLst>
                <a:path h="1952752" w="5029454">
                  <a:moveTo>
                    <a:pt x="127" y="1931162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524"/>
                  </a:cubicBezTo>
                  <a:cubicBezTo>
                    <a:pt x="16129" y="381"/>
                    <a:pt x="18669" y="0"/>
                    <a:pt x="21590" y="0"/>
                  </a:cubicBezTo>
                  <a:lnTo>
                    <a:pt x="5007864" y="0"/>
                  </a:lnTo>
                  <a:cubicBezTo>
                    <a:pt x="5010658" y="0"/>
                    <a:pt x="5013452" y="508"/>
                    <a:pt x="5016119" y="1651"/>
                  </a:cubicBezTo>
                  <a:cubicBezTo>
                    <a:pt x="5018786" y="2794"/>
                    <a:pt x="5021072" y="4318"/>
                    <a:pt x="5023104" y="6350"/>
                  </a:cubicBezTo>
                  <a:cubicBezTo>
                    <a:pt x="5025136" y="8382"/>
                    <a:pt x="5026660" y="10668"/>
                    <a:pt x="5027803" y="13335"/>
                  </a:cubicBezTo>
                  <a:cubicBezTo>
                    <a:pt x="5028946" y="16002"/>
                    <a:pt x="5029454" y="18669"/>
                    <a:pt x="5029454" y="21590"/>
                  </a:cubicBezTo>
                  <a:lnTo>
                    <a:pt x="5029454" y="1931162"/>
                  </a:lnTo>
                  <a:cubicBezTo>
                    <a:pt x="5029454" y="1933956"/>
                    <a:pt x="5028946" y="1936750"/>
                    <a:pt x="5027803" y="1939417"/>
                  </a:cubicBezTo>
                  <a:cubicBezTo>
                    <a:pt x="5026660" y="1942084"/>
                    <a:pt x="5025136" y="1944370"/>
                    <a:pt x="5023104" y="1946402"/>
                  </a:cubicBezTo>
                  <a:cubicBezTo>
                    <a:pt x="5021072" y="1948434"/>
                    <a:pt x="5018786" y="1949958"/>
                    <a:pt x="5016119" y="1951101"/>
                  </a:cubicBezTo>
                  <a:cubicBezTo>
                    <a:pt x="5013452" y="1952244"/>
                    <a:pt x="5010785" y="1952752"/>
                    <a:pt x="5007864" y="1952752"/>
                  </a:cubicBezTo>
                  <a:lnTo>
                    <a:pt x="21590" y="1952752"/>
                  </a:lnTo>
                  <a:cubicBezTo>
                    <a:pt x="18796" y="1952752"/>
                    <a:pt x="16002" y="1952244"/>
                    <a:pt x="13335" y="1951101"/>
                  </a:cubicBezTo>
                  <a:cubicBezTo>
                    <a:pt x="10668" y="1949958"/>
                    <a:pt x="8382" y="1948434"/>
                    <a:pt x="6350" y="1946402"/>
                  </a:cubicBezTo>
                  <a:cubicBezTo>
                    <a:pt x="4318" y="1944370"/>
                    <a:pt x="2794" y="1942084"/>
                    <a:pt x="1651" y="1939417"/>
                  </a:cubicBezTo>
                  <a:cubicBezTo>
                    <a:pt x="508" y="1936750"/>
                    <a:pt x="0" y="1934083"/>
                    <a:pt x="0" y="1931162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34950" y="235077"/>
              <a:ext cx="514096" cy="514096"/>
            </a:xfrm>
            <a:custGeom>
              <a:avLst/>
              <a:gdLst/>
              <a:ahLst/>
              <a:cxnLst/>
              <a:rect r="r" b="b" t="t" l="l"/>
              <a:pathLst>
                <a:path h="514096" w="514096">
                  <a:moveTo>
                    <a:pt x="0" y="257048"/>
                  </a:moveTo>
                  <a:cubicBezTo>
                    <a:pt x="0" y="248666"/>
                    <a:pt x="381" y="240284"/>
                    <a:pt x="1270" y="231902"/>
                  </a:cubicBezTo>
                  <a:cubicBezTo>
                    <a:pt x="2159" y="223520"/>
                    <a:pt x="3302" y="215138"/>
                    <a:pt x="4953" y="206883"/>
                  </a:cubicBezTo>
                  <a:cubicBezTo>
                    <a:pt x="6604" y="198628"/>
                    <a:pt x="8636" y="190500"/>
                    <a:pt x="11049" y="182372"/>
                  </a:cubicBezTo>
                  <a:cubicBezTo>
                    <a:pt x="13462" y="174244"/>
                    <a:pt x="16383" y="166370"/>
                    <a:pt x="19558" y="158623"/>
                  </a:cubicBezTo>
                  <a:cubicBezTo>
                    <a:pt x="22733" y="150876"/>
                    <a:pt x="26416" y="143256"/>
                    <a:pt x="30353" y="135763"/>
                  </a:cubicBezTo>
                  <a:cubicBezTo>
                    <a:pt x="34290" y="128270"/>
                    <a:pt x="38608" y="121158"/>
                    <a:pt x="43307" y="114173"/>
                  </a:cubicBezTo>
                  <a:cubicBezTo>
                    <a:pt x="48006" y="107188"/>
                    <a:pt x="52959" y="100457"/>
                    <a:pt x="58293" y="93853"/>
                  </a:cubicBezTo>
                  <a:cubicBezTo>
                    <a:pt x="63627" y="87249"/>
                    <a:pt x="69342" y="81153"/>
                    <a:pt x="75184" y="75184"/>
                  </a:cubicBezTo>
                  <a:cubicBezTo>
                    <a:pt x="81026" y="69215"/>
                    <a:pt x="87376" y="63627"/>
                    <a:pt x="93853" y="58293"/>
                  </a:cubicBezTo>
                  <a:cubicBezTo>
                    <a:pt x="100330" y="52959"/>
                    <a:pt x="107061" y="47879"/>
                    <a:pt x="114173" y="43307"/>
                  </a:cubicBezTo>
                  <a:cubicBezTo>
                    <a:pt x="121285" y="38735"/>
                    <a:pt x="128397" y="34290"/>
                    <a:pt x="135763" y="30353"/>
                  </a:cubicBezTo>
                  <a:cubicBezTo>
                    <a:pt x="143129" y="26416"/>
                    <a:pt x="150749" y="22733"/>
                    <a:pt x="158623" y="19558"/>
                  </a:cubicBezTo>
                  <a:cubicBezTo>
                    <a:pt x="166497" y="16383"/>
                    <a:pt x="174371" y="13462"/>
                    <a:pt x="182372" y="11049"/>
                  </a:cubicBezTo>
                  <a:cubicBezTo>
                    <a:pt x="190373" y="8636"/>
                    <a:pt x="198628" y="6604"/>
                    <a:pt x="206883" y="4953"/>
                  </a:cubicBezTo>
                  <a:cubicBezTo>
                    <a:pt x="215138" y="3302"/>
                    <a:pt x="223520" y="2032"/>
                    <a:pt x="231902" y="1270"/>
                  </a:cubicBezTo>
                  <a:cubicBezTo>
                    <a:pt x="240284" y="508"/>
                    <a:pt x="248666" y="0"/>
                    <a:pt x="257048" y="0"/>
                  </a:cubicBezTo>
                  <a:cubicBezTo>
                    <a:pt x="265430" y="0"/>
                    <a:pt x="273812" y="381"/>
                    <a:pt x="282194" y="1270"/>
                  </a:cubicBezTo>
                  <a:cubicBezTo>
                    <a:pt x="290576" y="2159"/>
                    <a:pt x="298958" y="3302"/>
                    <a:pt x="307213" y="4953"/>
                  </a:cubicBezTo>
                  <a:cubicBezTo>
                    <a:pt x="315468" y="6604"/>
                    <a:pt x="323596" y="8636"/>
                    <a:pt x="331724" y="11049"/>
                  </a:cubicBezTo>
                  <a:cubicBezTo>
                    <a:pt x="339852" y="13462"/>
                    <a:pt x="347726" y="16383"/>
                    <a:pt x="355473" y="19558"/>
                  </a:cubicBezTo>
                  <a:cubicBezTo>
                    <a:pt x="363220" y="22733"/>
                    <a:pt x="370840" y="26416"/>
                    <a:pt x="378333" y="30353"/>
                  </a:cubicBezTo>
                  <a:cubicBezTo>
                    <a:pt x="385826" y="34290"/>
                    <a:pt x="392938" y="38608"/>
                    <a:pt x="399923" y="43307"/>
                  </a:cubicBezTo>
                  <a:cubicBezTo>
                    <a:pt x="406908" y="48006"/>
                    <a:pt x="413639" y="52959"/>
                    <a:pt x="420243" y="58293"/>
                  </a:cubicBezTo>
                  <a:cubicBezTo>
                    <a:pt x="426847" y="63627"/>
                    <a:pt x="432943" y="69342"/>
                    <a:pt x="438912" y="75184"/>
                  </a:cubicBezTo>
                  <a:cubicBezTo>
                    <a:pt x="444881" y="81026"/>
                    <a:pt x="450469" y="87376"/>
                    <a:pt x="455803" y="93853"/>
                  </a:cubicBezTo>
                  <a:cubicBezTo>
                    <a:pt x="461137" y="100330"/>
                    <a:pt x="466217" y="107061"/>
                    <a:pt x="470789" y="114173"/>
                  </a:cubicBezTo>
                  <a:cubicBezTo>
                    <a:pt x="475361" y="121285"/>
                    <a:pt x="479806" y="128397"/>
                    <a:pt x="483743" y="135763"/>
                  </a:cubicBezTo>
                  <a:cubicBezTo>
                    <a:pt x="487680" y="143129"/>
                    <a:pt x="491363" y="150749"/>
                    <a:pt x="494538" y="158623"/>
                  </a:cubicBezTo>
                  <a:cubicBezTo>
                    <a:pt x="497713" y="166497"/>
                    <a:pt x="500634" y="174371"/>
                    <a:pt x="503047" y="182372"/>
                  </a:cubicBezTo>
                  <a:cubicBezTo>
                    <a:pt x="505460" y="190373"/>
                    <a:pt x="507492" y="198628"/>
                    <a:pt x="509143" y="206883"/>
                  </a:cubicBezTo>
                  <a:cubicBezTo>
                    <a:pt x="510794" y="215138"/>
                    <a:pt x="512064" y="223520"/>
                    <a:pt x="512826" y="231902"/>
                  </a:cubicBezTo>
                  <a:cubicBezTo>
                    <a:pt x="513588" y="240284"/>
                    <a:pt x="514096" y="248666"/>
                    <a:pt x="514096" y="257048"/>
                  </a:cubicBezTo>
                  <a:cubicBezTo>
                    <a:pt x="514096" y="265430"/>
                    <a:pt x="513715" y="273812"/>
                    <a:pt x="512826" y="282194"/>
                  </a:cubicBezTo>
                  <a:cubicBezTo>
                    <a:pt x="511937" y="290576"/>
                    <a:pt x="510794" y="298958"/>
                    <a:pt x="509143" y="307213"/>
                  </a:cubicBezTo>
                  <a:cubicBezTo>
                    <a:pt x="507492" y="315468"/>
                    <a:pt x="505460" y="323596"/>
                    <a:pt x="503047" y="331724"/>
                  </a:cubicBezTo>
                  <a:cubicBezTo>
                    <a:pt x="500634" y="339852"/>
                    <a:pt x="497713" y="347726"/>
                    <a:pt x="494538" y="355473"/>
                  </a:cubicBezTo>
                  <a:cubicBezTo>
                    <a:pt x="491363" y="363220"/>
                    <a:pt x="487680" y="370840"/>
                    <a:pt x="483743" y="378333"/>
                  </a:cubicBezTo>
                  <a:cubicBezTo>
                    <a:pt x="479806" y="385826"/>
                    <a:pt x="475488" y="392938"/>
                    <a:pt x="470789" y="399923"/>
                  </a:cubicBezTo>
                  <a:cubicBezTo>
                    <a:pt x="466090" y="406908"/>
                    <a:pt x="461137" y="413639"/>
                    <a:pt x="455803" y="420243"/>
                  </a:cubicBezTo>
                  <a:cubicBezTo>
                    <a:pt x="450469" y="426847"/>
                    <a:pt x="444754" y="432943"/>
                    <a:pt x="438912" y="438912"/>
                  </a:cubicBezTo>
                  <a:cubicBezTo>
                    <a:pt x="433070" y="444881"/>
                    <a:pt x="426720" y="450469"/>
                    <a:pt x="420243" y="455803"/>
                  </a:cubicBezTo>
                  <a:cubicBezTo>
                    <a:pt x="413766" y="461137"/>
                    <a:pt x="407035" y="466217"/>
                    <a:pt x="399923" y="470789"/>
                  </a:cubicBezTo>
                  <a:cubicBezTo>
                    <a:pt x="392811" y="475361"/>
                    <a:pt x="385699" y="479806"/>
                    <a:pt x="378333" y="483743"/>
                  </a:cubicBezTo>
                  <a:cubicBezTo>
                    <a:pt x="370967" y="487680"/>
                    <a:pt x="363347" y="491363"/>
                    <a:pt x="355473" y="494538"/>
                  </a:cubicBezTo>
                  <a:cubicBezTo>
                    <a:pt x="347599" y="497713"/>
                    <a:pt x="339725" y="500634"/>
                    <a:pt x="331724" y="503047"/>
                  </a:cubicBezTo>
                  <a:cubicBezTo>
                    <a:pt x="323723" y="505460"/>
                    <a:pt x="315468" y="507492"/>
                    <a:pt x="307213" y="509143"/>
                  </a:cubicBezTo>
                  <a:cubicBezTo>
                    <a:pt x="298958" y="510794"/>
                    <a:pt x="290576" y="512064"/>
                    <a:pt x="282194" y="512826"/>
                  </a:cubicBezTo>
                  <a:cubicBezTo>
                    <a:pt x="273812" y="513588"/>
                    <a:pt x="265430" y="514096"/>
                    <a:pt x="257048" y="514096"/>
                  </a:cubicBezTo>
                  <a:cubicBezTo>
                    <a:pt x="248666" y="514096"/>
                    <a:pt x="240284" y="513715"/>
                    <a:pt x="231902" y="512826"/>
                  </a:cubicBezTo>
                  <a:cubicBezTo>
                    <a:pt x="223520" y="511937"/>
                    <a:pt x="215138" y="510794"/>
                    <a:pt x="206883" y="509143"/>
                  </a:cubicBezTo>
                  <a:cubicBezTo>
                    <a:pt x="198628" y="507492"/>
                    <a:pt x="190500" y="505460"/>
                    <a:pt x="182372" y="503047"/>
                  </a:cubicBezTo>
                  <a:cubicBezTo>
                    <a:pt x="174244" y="500634"/>
                    <a:pt x="166370" y="497713"/>
                    <a:pt x="158623" y="494538"/>
                  </a:cubicBezTo>
                  <a:cubicBezTo>
                    <a:pt x="150876" y="491363"/>
                    <a:pt x="143256" y="487680"/>
                    <a:pt x="135763" y="483743"/>
                  </a:cubicBezTo>
                  <a:cubicBezTo>
                    <a:pt x="128270" y="479806"/>
                    <a:pt x="121158" y="475488"/>
                    <a:pt x="114173" y="470789"/>
                  </a:cubicBezTo>
                  <a:cubicBezTo>
                    <a:pt x="107188" y="466090"/>
                    <a:pt x="100457" y="461137"/>
                    <a:pt x="93853" y="455803"/>
                  </a:cubicBezTo>
                  <a:cubicBezTo>
                    <a:pt x="87249" y="450469"/>
                    <a:pt x="81153" y="444754"/>
                    <a:pt x="75184" y="438912"/>
                  </a:cubicBezTo>
                  <a:cubicBezTo>
                    <a:pt x="69215" y="433070"/>
                    <a:pt x="63627" y="426720"/>
                    <a:pt x="58293" y="420243"/>
                  </a:cubicBezTo>
                  <a:cubicBezTo>
                    <a:pt x="52959" y="413766"/>
                    <a:pt x="47879" y="407035"/>
                    <a:pt x="43307" y="399923"/>
                  </a:cubicBezTo>
                  <a:cubicBezTo>
                    <a:pt x="38735" y="392811"/>
                    <a:pt x="34290" y="385699"/>
                    <a:pt x="30353" y="378333"/>
                  </a:cubicBezTo>
                  <a:cubicBezTo>
                    <a:pt x="26416" y="370967"/>
                    <a:pt x="22733" y="363347"/>
                    <a:pt x="19558" y="355473"/>
                  </a:cubicBezTo>
                  <a:cubicBezTo>
                    <a:pt x="16383" y="347599"/>
                    <a:pt x="13462" y="339725"/>
                    <a:pt x="11049" y="331724"/>
                  </a:cubicBezTo>
                  <a:cubicBezTo>
                    <a:pt x="8636" y="323723"/>
                    <a:pt x="6604" y="315468"/>
                    <a:pt x="4953" y="307213"/>
                  </a:cubicBezTo>
                  <a:cubicBezTo>
                    <a:pt x="3302" y="298958"/>
                    <a:pt x="2032" y="290576"/>
                    <a:pt x="1270" y="282194"/>
                  </a:cubicBezTo>
                  <a:cubicBezTo>
                    <a:pt x="508" y="273812"/>
                    <a:pt x="0" y="265430"/>
                    <a:pt x="0" y="257048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378455" y="372682"/>
              <a:ext cx="101826" cy="86059"/>
            </a:xfrm>
            <a:custGeom>
              <a:avLst/>
              <a:gdLst/>
              <a:ahLst/>
              <a:cxnLst/>
              <a:rect r="r" b="b" t="t" l="l"/>
              <a:pathLst>
                <a:path h="86059" w="101826">
                  <a:moveTo>
                    <a:pt x="5" y="49847"/>
                  </a:moveTo>
                  <a:cubicBezTo>
                    <a:pt x="259" y="44513"/>
                    <a:pt x="1275" y="38163"/>
                    <a:pt x="2926" y="32702"/>
                  </a:cubicBezTo>
                  <a:cubicBezTo>
                    <a:pt x="2926" y="32448"/>
                    <a:pt x="3053" y="32321"/>
                    <a:pt x="3180" y="32067"/>
                  </a:cubicBezTo>
                  <a:cubicBezTo>
                    <a:pt x="5593" y="26606"/>
                    <a:pt x="8768" y="21526"/>
                    <a:pt x="12705" y="16700"/>
                  </a:cubicBezTo>
                  <a:cubicBezTo>
                    <a:pt x="12832" y="16573"/>
                    <a:pt x="12959" y="16319"/>
                    <a:pt x="13086" y="16192"/>
                  </a:cubicBezTo>
                  <a:cubicBezTo>
                    <a:pt x="17404" y="12001"/>
                    <a:pt x="22611" y="8191"/>
                    <a:pt x="27945" y="5270"/>
                  </a:cubicBezTo>
                  <a:cubicBezTo>
                    <a:pt x="28072" y="5143"/>
                    <a:pt x="28326" y="5016"/>
                    <a:pt x="28453" y="5016"/>
                  </a:cubicBezTo>
                  <a:cubicBezTo>
                    <a:pt x="34422" y="2603"/>
                    <a:pt x="40391" y="952"/>
                    <a:pt x="46487" y="63"/>
                  </a:cubicBezTo>
                  <a:cubicBezTo>
                    <a:pt x="46741" y="63"/>
                    <a:pt x="46868" y="63"/>
                    <a:pt x="47122" y="63"/>
                  </a:cubicBezTo>
                  <a:cubicBezTo>
                    <a:pt x="53726" y="-191"/>
                    <a:pt x="59695" y="317"/>
                    <a:pt x="66172" y="1587"/>
                  </a:cubicBezTo>
                  <a:cubicBezTo>
                    <a:pt x="66426" y="1587"/>
                    <a:pt x="66553" y="1714"/>
                    <a:pt x="66807" y="1714"/>
                  </a:cubicBezTo>
                  <a:cubicBezTo>
                    <a:pt x="72649" y="3619"/>
                    <a:pt x="77856" y="6159"/>
                    <a:pt x="83063" y="9461"/>
                  </a:cubicBezTo>
                  <a:cubicBezTo>
                    <a:pt x="83190" y="9588"/>
                    <a:pt x="83444" y="9715"/>
                    <a:pt x="83571" y="9842"/>
                  </a:cubicBezTo>
                  <a:cubicBezTo>
                    <a:pt x="88016" y="13525"/>
                    <a:pt x="91953" y="17843"/>
                    <a:pt x="95128" y="22542"/>
                  </a:cubicBezTo>
                  <a:cubicBezTo>
                    <a:pt x="95255" y="22796"/>
                    <a:pt x="95382" y="22923"/>
                    <a:pt x="95509" y="23177"/>
                  </a:cubicBezTo>
                  <a:cubicBezTo>
                    <a:pt x="98303" y="28638"/>
                    <a:pt x="100208" y="34226"/>
                    <a:pt x="101478" y="40068"/>
                  </a:cubicBezTo>
                  <a:cubicBezTo>
                    <a:pt x="101478" y="40322"/>
                    <a:pt x="101605" y="40449"/>
                    <a:pt x="101605" y="40703"/>
                  </a:cubicBezTo>
                  <a:cubicBezTo>
                    <a:pt x="102113" y="46799"/>
                    <a:pt x="101732" y="52768"/>
                    <a:pt x="100589" y="59245"/>
                  </a:cubicBezTo>
                  <a:cubicBezTo>
                    <a:pt x="100589" y="59499"/>
                    <a:pt x="100462" y="59753"/>
                    <a:pt x="100462" y="59880"/>
                  </a:cubicBezTo>
                  <a:cubicBezTo>
                    <a:pt x="98684" y="65468"/>
                    <a:pt x="96144" y="70548"/>
                    <a:pt x="93096" y="75120"/>
                  </a:cubicBezTo>
                  <a:cubicBezTo>
                    <a:pt x="92969" y="75247"/>
                    <a:pt x="92842" y="75501"/>
                    <a:pt x="92715" y="75628"/>
                  </a:cubicBezTo>
                  <a:cubicBezTo>
                    <a:pt x="90175" y="78549"/>
                    <a:pt x="87381" y="81597"/>
                    <a:pt x="84079" y="84645"/>
                  </a:cubicBezTo>
                  <a:cubicBezTo>
                    <a:pt x="82047" y="86550"/>
                    <a:pt x="78745" y="86550"/>
                    <a:pt x="76840" y="84518"/>
                  </a:cubicBezTo>
                  <a:cubicBezTo>
                    <a:pt x="74935" y="82486"/>
                    <a:pt x="74935" y="79184"/>
                    <a:pt x="76967" y="77279"/>
                  </a:cubicBezTo>
                  <a:cubicBezTo>
                    <a:pt x="80015" y="74358"/>
                    <a:pt x="82555" y="71691"/>
                    <a:pt x="84841" y="69024"/>
                  </a:cubicBezTo>
                  <a:lnTo>
                    <a:pt x="88778" y="72326"/>
                  </a:lnTo>
                  <a:lnTo>
                    <a:pt x="84460" y="69532"/>
                  </a:lnTo>
                  <a:cubicBezTo>
                    <a:pt x="87000" y="65595"/>
                    <a:pt x="89032" y="61277"/>
                    <a:pt x="90683" y="56578"/>
                  </a:cubicBezTo>
                  <a:lnTo>
                    <a:pt x="95509" y="58229"/>
                  </a:lnTo>
                  <a:lnTo>
                    <a:pt x="90429" y="57340"/>
                  </a:lnTo>
                  <a:cubicBezTo>
                    <a:pt x="91445" y="51752"/>
                    <a:pt x="91699" y="46545"/>
                    <a:pt x="91318" y="41465"/>
                  </a:cubicBezTo>
                  <a:lnTo>
                    <a:pt x="96398" y="41084"/>
                  </a:lnTo>
                  <a:lnTo>
                    <a:pt x="91318" y="42100"/>
                  </a:lnTo>
                  <a:cubicBezTo>
                    <a:pt x="90302" y="37147"/>
                    <a:pt x="88651" y="32575"/>
                    <a:pt x="86238" y="27876"/>
                  </a:cubicBezTo>
                  <a:lnTo>
                    <a:pt x="90810" y="25590"/>
                  </a:lnTo>
                  <a:lnTo>
                    <a:pt x="86619" y="28511"/>
                  </a:lnTo>
                  <a:cubicBezTo>
                    <a:pt x="83952" y="24701"/>
                    <a:pt x="80650" y="21018"/>
                    <a:pt x="76840" y="17843"/>
                  </a:cubicBezTo>
                  <a:lnTo>
                    <a:pt x="80142" y="13906"/>
                  </a:lnTo>
                  <a:lnTo>
                    <a:pt x="77348" y="18224"/>
                  </a:lnTo>
                  <a:cubicBezTo>
                    <a:pt x="72903" y="15430"/>
                    <a:pt x="68331" y="13271"/>
                    <a:pt x="63378" y="11493"/>
                  </a:cubicBezTo>
                  <a:lnTo>
                    <a:pt x="65029" y="6667"/>
                  </a:lnTo>
                  <a:lnTo>
                    <a:pt x="64013" y="11747"/>
                  </a:lnTo>
                  <a:cubicBezTo>
                    <a:pt x="58425" y="10604"/>
                    <a:pt x="53218" y="10223"/>
                    <a:pt x="47249" y="10477"/>
                  </a:cubicBezTo>
                  <a:lnTo>
                    <a:pt x="47122" y="5397"/>
                  </a:lnTo>
                  <a:lnTo>
                    <a:pt x="47884" y="10477"/>
                  </a:lnTo>
                  <a:cubicBezTo>
                    <a:pt x="42550" y="11239"/>
                    <a:pt x="37470" y="12636"/>
                    <a:pt x="32263" y="14795"/>
                  </a:cubicBezTo>
                  <a:lnTo>
                    <a:pt x="30358" y="10096"/>
                  </a:lnTo>
                  <a:lnTo>
                    <a:pt x="32898" y="14541"/>
                  </a:lnTo>
                  <a:cubicBezTo>
                    <a:pt x="28326" y="17081"/>
                    <a:pt x="23754" y="20383"/>
                    <a:pt x="20071" y="23939"/>
                  </a:cubicBezTo>
                  <a:lnTo>
                    <a:pt x="16515" y="20256"/>
                  </a:lnTo>
                  <a:lnTo>
                    <a:pt x="20452" y="23431"/>
                  </a:lnTo>
                  <a:cubicBezTo>
                    <a:pt x="17150" y="27622"/>
                    <a:pt x="14483" y="31813"/>
                    <a:pt x="12451" y="36512"/>
                  </a:cubicBezTo>
                  <a:lnTo>
                    <a:pt x="7752" y="34480"/>
                  </a:lnTo>
                  <a:lnTo>
                    <a:pt x="12705" y="36004"/>
                  </a:lnTo>
                  <a:cubicBezTo>
                    <a:pt x="11308" y="40576"/>
                    <a:pt x="10419" y="46164"/>
                    <a:pt x="10292" y="50609"/>
                  </a:cubicBezTo>
                  <a:cubicBezTo>
                    <a:pt x="10165" y="53403"/>
                    <a:pt x="7752" y="55689"/>
                    <a:pt x="4958" y="55562"/>
                  </a:cubicBezTo>
                  <a:cubicBezTo>
                    <a:pt x="2164" y="55435"/>
                    <a:pt x="-122" y="53022"/>
                    <a:pt x="5" y="5022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411353" y="535236"/>
              <a:ext cx="25273" cy="27326"/>
            </a:xfrm>
            <a:custGeom>
              <a:avLst/>
              <a:gdLst/>
              <a:ahLst/>
              <a:cxnLst/>
              <a:rect r="r" b="b" t="t" l="l"/>
              <a:pathLst>
                <a:path h="27326" w="25273">
                  <a:moveTo>
                    <a:pt x="9144" y="26485"/>
                  </a:moveTo>
                  <a:cubicBezTo>
                    <a:pt x="6858" y="25596"/>
                    <a:pt x="5080" y="24580"/>
                    <a:pt x="3175" y="22675"/>
                  </a:cubicBezTo>
                  <a:cubicBezTo>
                    <a:pt x="2921" y="22421"/>
                    <a:pt x="2667" y="22167"/>
                    <a:pt x="2540" y="21913"/>
                  </a:cubicBezTo>
                  <a:cubicBezTo>
                    <a:pt x="1524" y="20389"/>
                    <a:pt x="508" y="18230"/>
                    <a:pt x="127" y="16325"/>
                  </a:cubicBezTo>
                  <a:cubicBezTo>
                    <a:pt x="0" y="15944"/>
                    <a:pt x="0" y="15563"/>
                    <a:pt x="0" y="15309"/>
                  </a:cubicBezTo>
                  <a:cubicBezTo>
                    <a:pt x="0" y="11499"/>
                    <a:pt x="635" y="8832"/>
                    <a:pt x="1651" y="6546"/>
                  </a:cubicBezTo>
                  <a:cubicBezTo>
                    <a:pt x="1778" y="6292"/>
                    <a:pt x="1905" y="6038"/>
                    <a:pt x="2032" y="5784"/>
                  </a:cubicBezTo>
                  <a:cubicBezTo>
                    <a:pt x="3429" y="3879"/>
                    <a:pt x="4953" y="2482"/>
                    <a:pt x="7493" y="958"/>
                  </a:cubicBezTo>
                  <a:cubicBezTo>
                    <a:pt x="7874" y="704"/>
                    <a:pt x="8382" y="577"/>
                    <a:pt x="8890" y="450"/>
                  </a:cubicBezTo>
                  <a:cubicBezTo>
                    <a:pt x="11303" y="-58"/>
                    <a:pt x="13208" y="-185"/>
                    <a:pt x="15494" y="323"/>
                  </a:cubicBezTo>
                  <a:cubicBezTo>
                    <a:pt x="15748" y="450"/>
                    <a:pt x="16002" y="450"/>
                    <a:pt x="16383" y="577"/>
                  </a:cubicBezTo>
                  <a:cubicBezTo>
                    <a:pt x="18669" y="1466"/>
                    <a:pt x="20320" y="2736"/>
                    <a:pt x="21971" y="4641"/>
                  </a:cubicBezTo>
                  <a:cubicBezTo>
                    <a:pt x="22225" y="4895"/>
                    <a:pt x="22479" y="5276"/>
                    <a:pt x="22733" y="5657"/>
                  </a:cubicBezTo>
                  <a:cubicBezTo>
                    <a:pt x="24384" y="8832"/>
                    <a:pt x="25019" y="10864"/>
                    <a:pt x="25273" y="13404"/>
                  </a:cubicBezTo>
                  <a:cubicBezTo>
                    <a:pt x="25273" y="13785"/>
                    <a:pt x="25273" y="14039"/>
                    <a:pt x="25273" y="14420"/>
                  </a:cubicBezTo>
                  <a:cubicBezTo>
                    <a:pt x="25019" y="16452"/>
                    <a:pt x="24511" y="18230"/>
                    <a:pt x="23622" y="20135"/>
                  </a:cubicBezTo>
                  <a:cubicBezTo>
                    <a:pt x="23495" y="20389"/>
                    <a:pt x="23368" y="20643"/>
                    <a:pt x="23241" y="20897"/>
                  </a:cubicBezTo>
                  <a:cubicBezTo>
                    <a:pt x="21971" y="22675"/>
                    <a:pt x="20574" y="24072"/>
                    <a:pt x="18923" y="25215"/>
                  </a:cubicBezTo>
                  <a:cubicBezTo>
                    <a:pt x="18542" y="25469"/>
                    <a:pt x="18161" y="25596"/>
                    <a:pt x="17780" y="25723"/>
                  </a:cubicBezTo>
                  <a:lnTo>
                    <a:pt x="14224" y="26993"/>
                  </a:lnTo>
                  <a:cubicBezTo>
                    <a:pt x="11557" y="28009"/>
                    <a:pt x="8636" y="26612"/>
                    <a:pt x="7620" y="23945"/>
                  </a:cubicBezTo>
                  <a:cubicBezTo>
                    <a:pt x="6604" y="21278"/>
                    <a:pt x="8001" y="18357"/>
                    <a:pt x="10668" y="17341"/>
                  </a:cubicBezTo>
                  <a:lnTo>
                    <a:pt x="14224" y="16071"/>
                  </a:lnTo>
                  <a:lnTo>
                    <a:pt x="16002" y="20897"/>
                  </a:lnTo>
                  <a:lnTo>
                    <a:pt x="13208" y="16579"/>
                  </a:lnTo>
                  <a:cubicBezTo>
                    <a:pt x="13843" y="16198"/>
                    <a:pt x="14351" y="15690"/>
                    <a:pt x="14859" y="15055"/>
                  </a:cubicBezTo>
                  <a:lnTo>
                    <a:pt x="19050" y="17976"/>
                  </a:lnTo>
                  <a:lnTo>
                    <a:pt x="14351" y="15817"/>
                  </a:lnTo>
                  <a:cubicBezTo>
                    <a:pt x="14859" y="14801"/>
                    <a:pt x="14986" y="14039"/>
                    <a:pt x="15113" y="13150"/>
                  </a:cubicBezTo>
                  <a:lnTo>
                    <a:pt x="20193" y="13785"/>
                  </a:lnTo>
                  <a:lnTo>
                    <a:pt x="15113" y="14166"/>
                  </a:lnTo>
                  <a:cubicBezTo>
                    <a:pt x="15113" y="13531"/>
                    <a:pt x="14986" y="12769"/>
                    <a:pt x="13716" y="10483"/>
                  </a:cubicBezTo>
                  <a:lnTo>
                    <a:pt x="18288" y="8070"/>
                  </a:lnTo>
                  <a:lnTo>
                    <a:pt x="14478" y="11499"/>
                  </a:lnTo>
                  <a:cubicBezTo>
                    <a:pt x="13843" y="10737"/>
                    <a:pt x="13335" y="10483"/>
                    <a:pt x="12573" y="10102"/>
                  </a:cubicBezTo>
                  <a:lnTo>
                    <a:pt x="14605" y="5403"/>
                  </a:lnTo>
                  <a:lnTo>
                    <a:pt x="13462" y="10356"/>
                  </a:lnTo>
                  <a:cubicBezTo>
                    <a:pt x="12954" y="10229"/>
                    <a:pt x="12573" y="10229"/>
                    <a:pt x="11430" y="10483"/>
                  </a:cubicBezTo>
                  <a:lnTo>
                    <a:pt x="10287" y="5530"/>
                  </a:lnTo>
                  <a:lnTo>
                    <a:pt x="12827" y="9975"/>
                  </a:lnTo>
                  <a:cubicBezTo>
                    <a:pt x="11430" y="10737"/>
                    <a:pt x="11049" y="11245"/>
                    <a:pt x="10541" y="11880"/>
                  </a:cubicBezTo>
                  <a:lnTo>
                    <a:pt x="6350" y="8832"/>
                  </a:lnTo>
                  <a:lnTo>
                    <a:pt x="10922" y="11118"/>
                  </a:lnTo>
                  <a:cubicBezTo>
                    <a:pt x="10668" y="11499"/>
                    <a:pt x="10287" y="12515"/>
                    <a:pt x="10287" y="15182"/>
                  </a:cubicBezTo>
                  <a:lnTo>
                    <a:pt x="5207" y="15182"/>
                  </a:lnTo>
                  <a:lnTo>
                    <a:pt x="10160" y="14039"/>
                  </a:lnTo>
                  <a:cubicBezTo>
                    <a:pt x="10287" y="14547"/>
                    <a:pt x="10668" y="15436"/>
                    <a:pt x="11049" y="16071"/>
                  </a:cubicBezTo>
                  <a:lnTo>
                    <a:pt x="6858" y="18992"/>
                  </a:lnTo>
                  <a:lnTo>
                    <a:pt x="10541" y="15309"/>
                  </a:lnTo>
                  <a:cubicBezTo>
                    <a:pt x="11430" y="16198"/>
                    <a:pt x="11938" y="16452"/>
                    <a:pt x="12827" y="16833"/>
                  </a:cubicBezTo>
                  <a:cubicBezTo>
                    <a:pt x="15494" y="17849"/>
                    <a:pt x="16891" y="20770"/>
                    <a:pt x="15875" y="23437"/>
                  </a:cubicBezTo>
                  <a:cubicBezTo>
                    <a:pt x="14859" y="26104"/>
                    <a:pt x="11938" y="27501"/>
                    <a:pt x="9271" y="2648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476123" y="416433"/>
              <a:ext cx="118872" cy="118872"/>
            </a:xfrm>
            <a:custGeom>
              <a:avLst/>
              <a:gdLst/>
              <a:ahLst/>
              <a:cxnLst/>
              <a:rect r="r" b="b" t="t" l="l"/>
              <a:pathLst>
                <a:path h="118872" w="118872">
                  <a:moveTo>
                    <a:pt x="118872" y="59436"/>
                  </a:moveTo>
                  <a:cubicBezTo>
                    <a:pt x="118872" y="63373"/>
                    <a:pt x="118491" y="67183"/>
                    <a:pt x="117729" y="70993"/>
                  </a:cubicBezTo>
                  <a:lnTo>
                    <a:pt x="112649" y="69977"/>
                  </a:lnTo>
                  <a:lnTo>
                    <a:pt x="117729" y="70993"/>
                  </a:lnTo>
                  <a:cubicBezTo>
                    <a:pt x="116967" y="74803"/>
                    <a:pt x="115824" y="78486"/>
                    <a:pt x="114300" y="82169"/>
                  </a:cubicBezTo>
                  <a:lnTo>
                    <a:pt x="109601" y="80264"/>
                  </a:lnTo>
                  <a:lnTo>
                    <a:pt x="114300" y="82169"/>
                  </a:lnTo>
                  <a:cubicBezTo>
                    <a:pt x="112776" y="85725"/>
                    <a:pt x="110998" y="89154"/>
                    <a:pt x="108839" y="92456"/>
                  </a:cubicBezTo>
                  <a:lnTo>
                    <a:pt x="104521" y="89662"/>
                  </a:lnTo>
                  <a:lnTo>
                    <a:pt x="108839" y="92456"/>
                  </a:lnTo>
                  <a:cubicBezTo>
                    <a:pt x="106680" y="95631"/>
                    <a:pt x="104267" y="98679"/>
                    <a:pt x="101473" y="101473"/>
                  </a:cubicBezTo>
                  <a:cubicBezTo>
                    <a:pt x="98679" y="104267"/>
                    <a:pt x="95758" y="106680"/>
                    <a:pt x="92456" y="108839"/>
                  </a:cubicBezTo>
                  <a:lnTo>
                    <a:pt x="89662" y="104521"/>
                  </a:lnTo>
                  <a:lnTo>
                    <a:pt x="92456" y="108839"/>
                  </a:lnTo>
                  <a:cubicBezTo>
                    <a:pt x="89281" y="110998"/>
                    <a:pt x="85852" y="112776"/>
                    <a:pt x="82169" y="114300"/>
                  </a:cubicBezTo>
                  <a:cubicBezTo>
                    <a:pt x="78613" y="115824"/>
                    <a:pt x="74803" y="116967"/>
                    <a:pt x="70993" y="117729"/>
                  </a:cubicBezTo>
                  <a:lnTo>
                    <a:pt x="69977" y="112649"/>
                  </a:lnTo>
                  <a:lnTo>
                    <a:pt x="70993" y="117729"/>
                  </a:lnTo>
                  <a:cubicBezTo>
                    <a:pt x="67183" y="118491"/>
                    <a:pt x="63373" y="118872"/>
                    <a:pt x="59436" y="118872"/>
                  </a:cubicBezTo>
                  <a:lnTo>
                    <a:pt x="59436" y="113792"/>
                  </a:lnTo>
                  <a:lnTo>
                    <a:pt x="59436" y="118872"/>
                  </a:lnTo>
                  <a:cubicBezTo>
                    <a:pt x="55499" y="118872"/>
                    <a:pt x="51689" y="118491"/>
                    <a:pt x="47879" y="117729"/>
                  </a:cubicBezTo>
                  <a:lnTo>
                    <a:pt x="48895" y="112649"/>
                  </a:lnTo>
                  <a:lnTo>
                    <a:pt x="47879" y="117729"/>
                  </a:lnTo>
                  <a:cubicBezTo>
                    <a:pt x="44069" y="116967"/>
                    <a:pt x="40386" y="115824"/>
                    <a:pt x="36703" y="114300"/>
                  </a:cubicBezTo>
                  <a:lnTo>
                    <a:pt x="38608" y="109601"/>
                  </a:lnTo>
                  <a:lnTo>
                    <a:pt x="36703" y="114300"/>
                  </a:lnTo>
                  <a:cubicBezTo>
                    <a:pt x="33147" y="112776"/>
                    <a:pt x="29718" y="110998"/>
                    <a:pt x="26416" y="108839"/>
                  </a:cubicBezTo>
                  <a:cubicBezTo>
                    <a:pt x="23241" y="106680"/>
                    <a:pt x="20193" y="104267"/>
                    <a:pt x="17399" y="101473"/>
                  </a:cubicBezTo>
                  <a:lnTo>
                    <a:pt x="21082" y="97790"/>
                  </a:lnTo>
                  <a:lnTo>
                    <a:pt x="17399" y="101473"/>
                  </a:lnTo>
                  <a:cubicBezTo>
                    <a:pt x="14605" y="98679"/>
                    <a:pt x="12192" y="95758"/>
                    <a:pt x="10033" y="92456"/>
                  </a:cubicBezTo>
                  <a:cubicBezTo>
                    <a:pt x="7874" y="89281"/>
                    <a:pt x="6096" y="85852"/>
                    <a:pt x="4572" y="82169"/>
                  </a:cubicBezTo>
                  <a:lnTo>
                    <a:pt x="9271" y="80264"/>
                  </a:lnTo>
                  <a:lnTo>
                    <a:pt x="4572" y="82169"/>
                  </a:lnTo>
                  <a:cubicBezTo>
                    <a:pt x="3048" y="78613"/>
                    <a:pt x="1905" y="74803"/>
                    <a:pt x="1143" y="70993"/>
                  </a:cubicBezTo>
                  <a:lnTo>
                    <a:pt x="6223" y="69977"/>
                  </a:lnTo>
                  <a:lnTo>
                    <a:pt x="1143" y="70993"/>
                  </a:lnTo>
                  <a:cubicBezTo>
                    <a:pt x="381" y="67183"/>
                    <a:pt x="0" y="63373"/>
                    <a:pt x="0" y="59436"/>
                  </a:cubicBezTo>
                  <a:lnTo>
                    <a:pt x="5080" y="59436"/>
                  </a:lnTo>
                  <a:lnTo>
                    <a:pt x="0" y="59436"/>
                  </a:lnTo>
                  <a:cubicBezTo>
                    <a:pt x="0" y="55499"/>
                    <a:pt x="381" y="51689"/>
                    <a:pt x="1143" y="47879"/>
                  </a:cubicBezTo>
                  <a:lnTo>
                    <a:pt x="6223" y="48895"/>
                  </a:lnTo>
                  <a:lnTo>
                    <a:pt x="1143" y="47879"/>
                  </a:lnTo>
                  <a:cubicBezTo>
                    <a:pt x="1905" y="44069"/>
                    <a:pt x="3048" y="40386"/>
                    <a:pt x="4572" y="36703"/>
                  </a:cubicBezTo>
                  <a:lnTo>
                    <a:pt x="9271" y="38608"/>
                  </a:lnTo>
                  <a:lnTo>
                    <a:pt x="4572" y="36703"/>
                  </a:lnTo>
                  <a:cubicBezTo>
                    <a:pt x="6096" y="33147"/>
                    <a:pt x="7874" y="29718"/>
                    <a:pt x="10033" y="26416"/>
                  </a:cubicBezTo>
                  <a:cubicBezTo>
                    <a:pt x="12192" y="23241"/>
                    <a:pt x="14605" y="20193"/>
                    <a:pt x="17399" y="17399"/>
                  </a:cubicBezTo>
                  <a:lnTo>
                    <a:pt x="21082" y="21082"/>
                  </a:lnTo>
                  <a:lnTo>
                    <a:pt x="17399" y="17399"/>
                  </a:lnTo>
                  <a:cubicBezTo>
                    <a:pt x="20193" y="14605"/>
                    <a:pt x="23114" y="12192"/>
                    <a:pt x="26416" y="10033"/>
                  </a:cubicBezTo>
                  <a:lnTo>
                    <a:pt x="29210" y="14351"/>
                  </a:lnTo>
                  <a:lnTo>
                    <a:pt x="26416" y="10033"/>
                  </a:lnTo>
                  <a:cubicBezTo>
                    <a:pt x="29591" y="7874"/>
                    <a:pt x="33020" y="6096"/>
                    <a:pt x="36703" y="4572"/>
                  </a:cubicBezTo>
                  <a:cubicBezTo>
                    <a:pt x="40259" y="3048"/>
                    <a:pt x="44069" y="1905"/>
                    <a:pt x="47879" y="1143"/>
                  </a:cubicBezTo>
                  <a:lnTo>
                    <a:pt x="48895" y="6223"/>
                  </a:lnTo>
                  <a:lnTo>
                    <a:pt x="47879" y="1143"/>
                  </a:lnTo>
                  <a:cubicBezTo>
                    <a:pt x="51689" y="381"/>
                    <a:pt x="55499" y="0"/>
                    <a:pt x="59436" y="0"/>
                  </a:cubicBezTo>
                  <a:lnTo>
                    <a:pt x="59436" y="5080"/>
                  </a:lnTo>
                  <a:lnTo>
                    <a:pt x="59436" y="0"/>
                  </a:lnTo>
                  <a:cubicBezTo>
                    <a:pt x="63373" y="0"/>
                    <a:pt x="67183" y="381"/>
                    <a:pt x="70993" y="1143"/>
                  </a:cubicBezTo>
                  <a:lnTo>
                    <a:pt x="69977" y="6223"/>
                  </a:lnTo>
                  <a:lnTo>
                    <a:pt x="70993" y="1143"/>
                  </a:lnTo>
                  <a:cubicBezTo>
                    <a:pt x="74803" y="1905"/>
                    <a:pt x="78486" y="3048"/>
                    <a:pt x="82169" y="4572"/>
                  </a:cubicBezTo>
                  <a:cubicBezTo>
                    <a:pt x="85725" y="6096"/>
                    <a:pt x="89154" y="7874"/>
                    <a:pt x="92456" y="10033"/>
                  </a:cubicBezTo>
                  <a:lnTo>
                    <a:pt x="89662" y="14351"/>
                  </a:lnTo>
                  <a:lnTo>
                    <a:pt x="92456" y="10033"/>
                  </a:lnTo>
                  <a:cubicBezTo>
                    <a:pt x="95631" y="12192"/>
                    <a:pt x="98679" y="14605"/>
                    <a:pt x="101473" y="17399"/>
                  </a:cubicBezTo>
                  <a:cubicBezTo>
                    <a:pt x="104267" y="20193"/>
                    <a:pt x="106680" y="23114"/>
                    <a:pt x="108839" y="26416"/>
                  </a:cubicBezTo>
                  <a:lnTo>
                    <a:pt x="104521" y="29210"/>
                  </a:lnTo>
                  <a:lnTo>
                    <a:pt x="108839" y="26416"/>
                  </a:lnTo>
                  <a:cubicBezTo>
                    <a:pt x="110998" y="29591"/>
                    <a:pt x="112776" y="33020"/>
                    <a:pt x="114300" y="36703"/>
                  </a:cubicBezTo>
                  <a:lnTo>
                    <a:pt x="109601" y="38608"/>
                  </a:lnTo>
                  <a:lnTo>
                    <a:pt x="114300" y="36703"/>
                  </a:lnTo>
                  <a:cubicBezTo>
                    <a:pt x="115824" y="40259"/>
                    <a:pt x="116967" y="44069"/>
                    <a:pt x="117729" y="47879"/>
                  </a:cubicBezTo>
                  <a:lnTo>
                    <a:pt x="112649" y="48895"/>
                  </a:lnTo>
                  <a:lnTo>
                    <a:pt x="117729" y="47879"/>
                  </a:lnTo>
                  <a:cubicBezTo>
                    <a:pt x="118491" y="51689"/>
                    <a:pt x="118872" y="55499"/>
                    <a:pt x="118872" y="59436"/>
                  </a:cubicBezTo>
                  <a:lnTo>
                    <a:pt x="113792" y="59436"/>
                  </a:lnTo>
                  <a:lnTo>
                    <a:pt x="118872" y="59436"/>
                  </a:lnTo>
                  <a:moveTo>
                    <a:pt x="108585" y="59436"/>
                  </a:moveTo>
                  <a:cubicBezTo>
                    <a:pt x="108585" y="56261"/>
                    <a:pt x="108331" y="53086"/>
                    <a:pt x="107696" y="49911"/>
                  </a:cubicBezTo>
                  <a:cubicBezTo>
                    <a:pt x="107061" y="46736"/>
                    <a:pt x="106172" y="43688"/>
                    <a:pt x="104902" y="40767"/>
                  </a:cubicBezTo>
                  <a:cubicBezTo>
                    <a:pt x="103632" y="37846"/>
                    <a:pt x="102108" y="34925"/>
                    <a:pt x="100330" y="32258"/>
                  </a:cubicBezTo>
                  <a:cubicBezTo>
                    <a:pt x="98552" y="29591"/>
                    <a:pt x="96520" y="27051"/>
                    <a:pt x="94234" y="24765"/>
                  </a:cubicBezTo>
                  <a:lnTo>
                    <a:pt x="97917" y="21082"/>
                  </a:lnTo>
                  <a:lnTo>
                    <a:pt x="94234" y="24765"/>
                  </a:lnTo>
                  <a:cubicBezTo>
                    <a:pt x="91948" y="22479"/>
                    <a:pt x="89535" y="20447"/>
                    <a:pt x="86741" y="18669"/>
                  </a:cubicBezTo>
                  <a:cubicBezTo>
                    <a:pt x="84074" y="16891"/>
                    <a:pt x="81280" y="15367"/>
                    <a:pt x="78232" y="14097"/>
                  </a:cubicBezTo>
                  <a:lnTo>
                    <a:pt x="80137" y="9398"/>
                  </a:lnTo>
                  <a:lnTo>
                    <a:pt x="78232" y="14097"/>
                  </a:lnTo>
                  <a:cubicBezTo>
                    <a:pt x="75311" y="12827"/>
                    <a:pt x="72136" y="11938"/>
                    <a:pt x="69088" y="11303"/>
                  </a:cubicBezTo>
                  <a:cubicBezTo>
                    <a:pt x="66040" y="10668"/>
                    <a:pt x="62738" y="10414"/>
                    <a:pt x="59563" y="10414"/>
                  </a:cubicBezTo>
                  <a:cubicBezTo>
                    <a:pt x="56388" y="10414"/>
                    <a:pt x="53213" y="10668"/>
                    <a:pt x="50038" y="11303"/>
                  </a:cubicBezTo>
                  <a:cubicBezTo>
                    <a:pt x="46863" y="11938"/>
                    <a:pt x="43815" y="12827"/>
                    <a:pt x="40894" y="14097"/>
                  </a:cubicBezTo>
                  <a:lnTo>
                    <a:pt x="38989" y="9398"/>
                  </a:lnTo>
                  <a:lnTo>
                    <a:pt x="40894" y="14097"/>
                  </a:lnTo>
                  <a:cubicBezTo>
                    <a:pt x="37973" y="15367"/>
                    <a:pt x="35052" y="16891"/>
                    <a:pt x="32385" y="18669"/>
                  </a:cubicBezTo>
                  <a:cubicBezTo>
                    <a:pt x="29718" y="20447"/>
                    <a:pt x="27178" y="22479"/>
                    <a:pt x="24892" y="24765"/>
                  </a:cubicBezTo>
                  <a:cubicBezTo>
                    <a:pt x="22606" y="27051"/>
                    <a:pt x="20574" y="29464"/>
                    <a:pt x="18796" y="32258"/>
                  </a:cubicBezTo>
                  <a:lnTo>
                    <a:pt x="14478" y="29464"/>
                  </a:lnTo>
                  <a:lnTo>
                    <a:pt x="18796" y="32258"/>
                  </a:lnTo>
                  <a:cubicBezTo>
                    <a:pt x="17018" y="34925"/>
                    <a:pt x="15494" y="37719"/>
                    <a:pt x="14224" y="40767"/>
                  </a:cubicBezTo>
                  <a:cubicBezTo>
                    <a:pt x="12954" y="43688"/>
                    <a:pt x="12065" y="46863"/>
                    <a:pt x="11430" y="49911"/>
                  </a:cubicBezTo>
                  <a:cubicBezTo>
                    <a:pt x="10795" y="52959"/>
                    <a:pt x="10541" y="56261"/>
                    <a:pt x="10541" y="59436"/>
                  </a:cubicBezTo>
                  <a:cubicBezTo>
                    <a:pt x="10541" y="62611"/>
                    <a:pt x="10795" y="65786"/>
                    <a:pt x="11430" y="68961"/>
                  </a:cubicBezTo>
                  <a:cubicBezTo>
                    <a:pt x="12065" y="72136"/>
                    <a:pt x="12954" y="75184"/>
                    <a:pt x="14224" y="78105"/>
                  </a:cubicBezTo>
                  <a:cubicBezTo>
                    <a:pt x="15494" y="81026"/>
                    <a:pt x="17018" y="83947"/>
                    <a:pt x="18796" y="86614"/>
                  </a:cubicBezTo>
                  <a:lnTo>
                    <a:pt x="14478" y="89408"/>
                  </a:lnTo>
                  <a:lnTo>
                    <a:pt x="18796" y="86614"/>
                  </a:lnTo>
                  <a:cubicBezTo>
                    <a:pt x="20574" y="89281"/>
                    <a:pt x="22606" y="91821"/>
                    <a:pt x="24892" y="94107"/>
                  </a:cubicBezTo>
                  <a:cubicBezTo>
                    <a:pt x="27178" y="96393"/>
                    <a:pt x="29591" y="98425"/>
                    <a:pt x="32385" y="100203"/>
                  </a:cubicBezTo>
                  <a:lnTo>
                    <a:pt x="29591" y="104521"/>
                  </a:lnTo>
                  <a:lnTo>
                    <a:pt x="32385" y="100203"/>
                  </a:lnTo>
                  <a:cubicBezTo>
                    <a:pt x="35052" y="101981"/>
                    <a:pt x="37846" y="103505"/>
                    <a:pt x="40894" y="104775"/>
                  </a:cubicBezTo>
                  <a:cubicBezTo>
                    <a:pt x="43815" y="106045"/>
                    <a:pt x="46990" y="106934"/>
                    <a:pt x="50038" y="107569"/>
                  </a:cubicBezTo>
                  <a:cubicBezTo>
                    <a:pt x="53086" y="108204"/>
                    <a:pt x="56388" y="108458"/>
                    <a:pt x="59563" y="108458"/>
                  </a:cubicBezTo>
                  <a:cubicBezTo>
                    <a:pt x="62738" y="108458"/>
                    <a:pt x="65913" y="108204"/>
                    <a:pt x="69088" y="107569"/>
                  </a:cubicBezTo>
                  <a:cubicBezTo>
                    <a:pt x="72263" y="106934"/>
                    <a:pt x="75311" y="106045"/>
                    <a:pt x="78232" y="104775"/>
                  </a:cubicBezTo>
                  <a:lnTo>
                    <a:pt x="80137" y="109474"/>
                  </a:lnTo>
                  <a:lnTo>
                    <a:pt x="78232" y="104775"/>
                  </a:lnTo>
                  <a:cubicBezTo>
                    <a:pt x="81153" y="103505"/>
                    <a:pt x="84074" y="101981"/>
                    <a:pt x="86741" y="100203"/>
                  </a:cubicBezTo>
                  <a:cubicBezTo>
                    <a:pt x="89408" y="98425"/>
                    <a:pt x="91948" y="96393"/>
                    <a:pt x="94234" y="94107"/>
                  </a:cubicBezTo>
                  <a:lnTo>
                    <a:pt x="97917" y="97790"/>
                  </a:lnTo>
                  <a:lnTo>
                    <a:pt x="94234" y="94107"/>
                  </a:lnTo>
                  <a:cubicBezTo>
                    <a:pt x="96520" y="91821"/>
                    <a:pt x="98552" y="89408"/>
                    <a:pt x="100330" y="86614"/>
                  </a:cubicBezTo>
                  <a:cubicBezTo>
                    <a:pt x="102108" y="83947"/>
                    <a:pt x="103632" y="81153"/>
                    <a:pt x="104902" y="78105"/>
                  </a:cubicBezTo>
                  <a:cubicBezTo>
                    <a:pt x="106172" y="75184"/>
                    <a:pt x="107061" y="72009"/>
                    <a:pt x="107696" y="68961"/>
                  </a:cubicBezTo>
                  <a:cubicBezTo>
                    <a:pt x="108331" y="65913"/>
                    <a:pt x="108585" y="62611"/>
                    <a:pt x="108585" y="5943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554289" y="519618"/>
              <a:ext cx="54361" cy="94620"/>
            </a:xfrm>
            <a:custGeom>
              <a:avLst/>
              <a:gdLst/>
              <a:ahLst/>
              <a:cxnLst/>
              <a:rect r="r" b="b" t="t" l="l"/>
              <a:pathLst>
                <a:path h="94620" w="54361">
                  <a:moveTo>
                    <a:pt x="9591" y="2733"/>
                  </a:moveTo>
                  <a:lnTo>
                    <a:pt x="53787" y="87188"/>
                  </a:lnTo>
                  <a:cubicBezTo>
                    <a:pt x="55057" y="89728"/>
                    <a:pt x="54168" y="92776"/>
                    <a:pt x="51628" y="94046"/>
                  </a:cubicBezTo>
                  <a:cubicBezTo>
                    <a:pt x="49088" y="95316"/>
                    <a:pt x="46040" y="94427"/>
                    <a:pt x="44770" y="91887"/>
                  </a:cubicBezTo>
                  <a:lnTo>
                    <a:pt x="574" y="7432"/>
                  </a:lnTo>
                  <a:cubicBezTo>
                    <a:pt x="-696" y="4892"/>
                    <a:pt x="193" y="1844"/>
                    <a:pt x="2733" y="574"/>
                  </a:cubicBezTo>
                  <a:cubicBezTo>
                    <a:pt x="5273" y="-696"/>
                    <a:pt x="8321" y="193"/>
                    <a:pt x="9591" y="273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417263" y="551883"/>
              <a:ext cx="11930" cy="10787"/>
            </a:xfrm>
            <a:custGeom>
              <a:avLst/>
              <a:gdLst/>
              <a:ahLst/>
              <a:cxnLst/>
              <a:rect r="r" b="b" t="t" l="l"/>
              <a:pathLst>
                <a:path h="10787" w="11930">
                  <a:moveTo>
                    <a:pt x="6536" y="186"/>
                  </a:moveTo>
                  <a:lnTo>
                    <a:pt x="8187" y="694"/>
                  </a:lnTo>
                  <a:cubicBezTo>
                    <a:pt x="10854" y="1456"/>
                    <a:pt x="12505" y="4377"/>
                    <a:pt x="11743" y="7044"/>
                  </a:cubicBezTo>
                  <a:cubicBezTo>
                    <a:pt x="10981" y="9711"/>
                    <a:pt x="8060" y="11362"/>
                    <a:pt x="5393" y="10600"/>
                  </a:cubicBezTo>
                  <a:lnTo>
                    <a:pt x="3742" y="10092"/>
                  </a:lnTo>
                  <a:cubicBezTo>
                    <a:pt x="1075" y="9330"/>
                    <a:pt x="-576" y="6409"/>
                    <a:pt x="186" y="3742"/>
                  </a:cubicBezTo>
                  <a:cubicBezTo>
                    <a:pt x="948" y="1075"/>
                    <a:pt x="3869" y="-576"/>
                    <a:pt x="6536" y="18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429120" y="448551"/>
              <a:ext cx="34952" cy="31396"/>
            </a:xfrm>
            <a:custGeom>
              <a:avLst/>
              <a:gdLst/>
              <a:ahLst/>
              <a:cxnLst/>
              <a:rect r="r" b="b" t="t" l="l"/>
              <a:pathLst>
                <a:path h="31396" w="34952">
                  <a:moveTo>
                    <a:pt x="33160" y="9030"/>
                  </a:moveTo>
                  <a:lnTo>
                    <a:pt x="8522" y="30112"/>
                  </a:lnTo>
                  <a:cubicBezTo>
                    <a:pt x="6363" y="32017"/>
                    <a:pt x="3188" y="31763"/>
                    <a:pt x="1283" y="29604"/>
                  </a:cubicBezTo>
                  <a:cubicBezTo>
                    <a:pt x="-622" y="27445"/>
                    <a:pt x="-368" y="24270"/>
                    <a:pt x="1791" y="22365"/>
                  </a:cubicBezTo>
                  <a:lnTo>
                    <a:pt x="26429" y="1283"/>
                  </a:lnTo>
                  <a:cubicBezTo>
                    <a:pt x="28588" y="-622"/>
                    <a:pt x="31763" y="-368"/>
                    <a:pt x="33668" y="1791"/>
                  </a:cubicBezTo>
                  <a:cubicBezTo>
                    <a:pt x="35573" y="3950"/>
                    <a:pt x="35319" y="7125"/>
                    <a:pt x="33160" y="903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419187" y="469644"/>
              <a:ext cx="20361" cy="48902"/>
            </a:xfrm>
            <a:custGeom>
              <a:avLst/>
              <a:gdLst/>
              <a:ahLst/>
              <a:cxnLst/>
              <a:rect r="r" b="b" t="t" l="l"/>
              <a:pathLst>
                <a:path h="48902" w="20361">
                  <a:moveTo>
                    <a:pt x="18709" y="8892"/>
                  </a:moveTo>
                  <a:cubicBezTo>
                    <a:pt x="10073" y="17147"/>
                    <a:pt x="10073" y="28196"/>
                    <a:pt x="10200" y="38610"/>
                  </a:cubicBezTo>
                  <a:cubicBezTo>
                    <a:pt x="10200" y="40388"/>
                    <a:pt x="10327" y="42293"/>
                    <a:pt x="10200" y="43944"/>
                  </a:cubicBezTo>
                  <a:cubicBezTo>
                    <a:pt x="10073" y="46738"/>
                    <a:pt x="7787" y="49024"/>
                    <a:pt x="4993" y="48897"/>
                  </a:cubicBezTo>
                  <a:cubicBezTo>
                    <a:pt x="2199" y="48770"/>
                    <a:pt x="-87" y="46484"/>
                    <a:pt x="40" y="43690"/>
                  </a:cubicBezTo>
                  <a:cubicBezTo>
                    <a:pt x="40" y="42293"/>
                    <a:pt x="40" y="40642"/>
                    <a:pt x="40" y="38737"/>
                  </a:cubicBezTo>
                  <a:cubicBezTo>
                    <a:pt x="-87" y="28958"/>
                    <a:pt x="-595" y="13210"/>
                    <a:pt x="11724" y="1399"/>
                  </a:cubicBezTo>
                  <a:cubicBezTo>
                    <a:pt x="13756" y="-506"/>
                    <a:pt x="17058" y="-506"/>
                    <a:pt x="18963" y="1653"/>
                  </a:cubicBezTo>
                  <a:cubicBezTo>
                    <a:pt x="20868" y="3812"/>
                    <a:pt x="20868" y="6987"/>
                    <a:pt x="18709" y="889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179501" y="2500612"/>
            <a:ext cx="8237321" cy="3307099"/>
            <a:chOff x="0" y="0"/>
            <a:chExt cx="5156200" cy="2070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63373" y="63500"/>
              <a:ext cx="5029454" cy="1943227"/>
            </a:xfrm>
            <a:custGeom>
              <a:avLst/>
              <a:gdLst/>
              <a:ahLst/>
              <a:cxnLst/>
              <a:rect r="r" b="b" t="t" l="l"/>
              <a:pathLst>
                <a:path h="1943227" w="5029454">
                  <a:moveTo>
                    <a:pt x="127" y="192163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524"/>
                  </a:cubicBezTo>
                  <a:cubicBezTo>
                    <a:pt x="16129" y="381"/>
                    <a:pt x="18669" y="0"/>
                    <a:pt x="21590" y="0"/>
                  </a:cubicBezTo>
                  <a:lnTo>
                    <a:pt x="5007864" y="0"/>
                  </a:lnTo>
                  <a:cubicBezTo>
                    <a:pt x="5010658" y="0"/>
                    <a:pt x="5013452" y="508"/>
                    <a:pt x="5016119" y="1651"/>
                  </a:cubicBezTo>
                  <a:cubicBezTo>
                    <a:pt x="5018786" y="2794"/>
                    <a:pt x="5021072" y="4318"/>
                    <a:pt x="5023104" y="6350"/>
                  </a:cubicBezTo>
                  <a:cubicBezTo>
                    <a:pt x="5025136" y="8382"/>
                    <a:pt x="5026660" y="10668"/>
                    <a:pt x="5027803" y="13335"/>
                  </a:cubicBezTo>
                  <a:cubicBezTo>
                    <a:pt x="5028946" y="16002"/>
                    <a:pt x="5029454" y="18669"/>
                    <a:pt x="5029454" y="21590"/>
                  </a:cubicBezTo>
                  <a:lnTo>
                    <a:pt x="5029454" y="1921637"/>
                  </a:lnTo>
                  <a:cubicBezTo>
                    <a:pt x="5029454" y="1924431"/>
                    <a:pt x="5028946" y="1927225"/>
                    <a:pt x="5027803" y="1929892"/>
                  </a:cubicBezTo>
                  <a:cubicBezTo>
                    <a:pt x="5026660" y="1932559"/>
                    <a:pt x="5025136" y="1934845"/>
                    <a:pt x="5023104" y="1936877"/>
                  </a:cubicBezTo>
                  <a:cubicBezTo>
                    <a:pt x="5021072" y="1938909"/>
                    <a:pt x="5018786" y="1940433"/>
                    <a:pt x="5016119" y="1941576"/>
                  </a:cubicBezTo>
                  <a:cubicBezTo>
                    <a:pt x="5013452" y="1942719"/>
                    <a:pt x="5010785" y="1943227"/>
                    <a:pt x="5007864" y="1943227"/>
                  </a:cubicBezTo>
                  <a:lnTo>
                    <a:pt x="21590" y="1943227"/>
                  </a:lnTo>
                  <a:cubicBezTo>
                    <a:pt x="18796" y="1943227"/>
                    <a:pt x="16002" y="1942719"/>
                    <a:pt x="13335" y="1941576"/>
                  </a:cubicBezTo>
                  <a:cubicBezTo>
                    <a:pt x="10668" y="1940433"/>
                    <a:pt x="8382" y="1938909"/>
                    <a:pt x="6350" y="1936877"/>
                  </a:cubicBezTo>
                  <a:cubicBezTo>
                    <a:pt x="4318" y="1934845"/>
                    <a:pt x="2794" y="1932559"/>
                    <a:pt x="1651" y="1929892"/>
                  </a:cubicBezTo>
                  <a:cubicBezTo>
                    <a:pt x="508" y="1927225"/>
                    <a:pt x="0" y="1924558"/>
                    <a:pt x="0" y="1921637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34950" y="235077"/>
              <a:ext cx="514096" cy="514096"/>
            </a:xfrm>
            <a:custGeom>
              <a:avLst/>
              <a:gdLst/>
              <a:ahLst/>
              <a:cxnLst/>
              <a:rect r="r" b="b" t="t" l="l"/>
              <a:pathLst>
                <a:path h="514096" w="514096">
                  <a:moveTo>
                    <a:pt x="0" y="257048"/>
                  </a:moveTo>
                  <a:cubicBezTo>
                    <a:pt x="0" y="248666"/>
                    <a:pt x="381" y="240284"/>
                    <a:pt x="1270" y="231902"/>
                  </a:cubicBezTo>
                  <a:cubicBezTo>
                    <a:pt x="2159" y="223520"/>
                    <a:pt x="3302" y="215138"/>
                    <a:pt x="4953" y="206883"/>
                  </a:cubicBezTo>
                  <a:cubicBezTo>
                    <a:pt x="6604" y="198628"/>
                    <a:pt x="8636" y="190500"/>
                    <a:pt x="11049" y="182372"/>
                  </a:cubicBezTo>
                  <a:cubicBezTo>
                    <a:pt x="13462" y="174244"/>
                    <a:pt x="16383" y="166370"/>
                    <a:pt x="19558" y="158623"/>
                  </a:cubicBezTo>
                  <a:cubicBezTo>
                    <a:pt x="22733" y="150876"/>
                    <a:pt x="26416" y="143256"/>
                    <a:pt x="30353" y="135763"/>
                  </a:cubicBezTo>
                  <a:cubicBezTo>
                    <a:pt x="34290" y="128270"/>
                    <a:pt x="38608" y="121158"/>
                    <a:pt x="43307" y="114173"/>
                  </a:cubicBezTo>
                  <a:cubicBezTo>
                    <a:pt x="48006" y="107188"/>
                    <a:pt x="52959" y="100457"/>
                    <a:pt x="58293" y="93853"/>
                  </a:cubicBezTo>
                  <a:cubicBezTo>
                    <a:pt x="63627" y="87249"/>
                    <a:pt x="69342" y="81153"/>
                    <a:pt x="75184" y="75184"/>
                  </a:cubicBezTo>
                  <a:cubicBezTo>
                    <a:pt x="81026" y="69215"/>
                    <a:pt x="87376" y="63627"/>
                    <a:pt x="93853" y="58293"/>
                  </a:cubicBezTo>
                  <a:cubicBezTo>
                    <a:pt x="100330" y="52959"/>
                    <a:pt x="107061" y="47879"/>
                    <a:pt x="114173" y="43307"/>
                  </a:cubicBezTo>
                  <a:cubicBezTo>
                    <a:pt x="121285" y="38735"/>
                    <a:pt x="128397" y="34290"/>
                    <a:pt x="135763" y="30353"/>
                  </a:cubicBezTo>
                  <a:cubicBezTo>
                    <a:pt x="143129" y="26416"/>
                    <a:pt x="150749" y="22733"/>
                    <a:pt x="158623" y="19558"/>
                  </a:cubicBezTo>
                  <a:cubicBezTo>
                    <a:pt x="166497" y="16383"/>
                    <a:pt x="174371" y="13462"/>
                    <a:pt x="182372" y="11049"/>
                  </a:cubicBezTo>
                  <a:cubicBezTo>
                    <a:pt x="190373" y="8636"/>
                    <a:pt x="198628" y="6604"/>
                    <a:pt x="206883" y="4953"/>
                  </a:cubicBezTo>
                  <a:cubicBezTo>
                    <a:pt x="215138" y="3302"/>
                    <a:pt x="223520" y="2032"/>
                    <a:pt x="231902" y="1270"/>
                  </a:cubicBezTo>
                  <a:cubicBezTo>
                    <a:pt x="240284" y="508"/>
                    <a:pt x="248666" y="0"/>
                    <a:pt x="257048" y="0"/>
                  </a:cubicBezTo>
                  <a:cubicBezTo>
                    <a:pt x="265430" y="0"/>
                    <a:pt x="273812" y="381"/>
                    <a:pt x="282194" y="1270"/>
                  </a:cubicBezTo>
                  <a:cubicBezTo>
                    <a:pt x="290576" y="2159"/>
                    <a:pt x="298958" y="3302"/>
                    <a:pt x="307213" y="4953"/>
                  </a:cubicBezTo>
                  <a:cubicBezTo>
                    <a:pt x="315468" y="6604"/>
                    <a:pt x="323596" y="8636"/>
                    <a:pt x="331724" y="11049"/>
                  </a:cubicBezTo>
                  <a:cubicBezTo>
                    <a:pt x="339852" y="13462"/>
                    <a:pt x="347726" y="16383"/>
                    <a:pt x="355473" y="19558"/>
                  </a:cubicBezTo>
                  <a:cubicBezTo>
                    <a:pt x="363220" y="22733"/>
                    <a:pt x="370840" y="26416"/>
                    <a:pt x="378333" y="30353"/>
                  </a:cubicBezTo>
                  <a:cubicBezTo>
                    <a:pt x="385826" y="34290"/>
                    <a:pt x="392938" y="38608"/>
                    <a:pt x="399923" y="43307"/>
                  </a:cubicBezTo>
                  <a:cubicBezTo>
                    <a:pt x="406908" y="48006"/>
                    <a:pt x="413639" y="52959"/>
                    <a:pt x="420243" y="58293"/>
                  </a:cubicBezTo>
                  <a:cubicBezTo>
                    <a:pt x="426847" y="63627"/>
                    <a:pt x="432943" y="69342"/>
                    <a:pt x="438912" y="75184"/>
                  </a:cubicBezTo>
                  <a:cubicBezTo>
                    <a:pt x="444881" y="81026"/>
                    <a:pt x="450469" y="87376"/>
                    <a:pt x="455803" y="93853"/>
                  </a:cubicBezTo>
                  <a:cubicBezTo>
                    <a:pt x="461137" y="100330"/>
                    <a:pt x="466217" y="107061"/>
                    <a:pt x="470789" y="114173"/>
                  </a:cubicBezTo>
                  <a:cubicBezTo>
                    <a:pt x="475361" y="121285"/>
                    <a:pt x="479806" y="128397"/>
                    <a:pt x="483743" y="135763"/>
                  </a:cubicBezTo>
                  <a:cubicBezTo>
                    <a:pt x="487680" y="143129"/>
                    <a:pt x="491363" y="150749"/>
                    <a:pt x="494538" y="158623"/>
                  </a:cubicBezTo>
                  <a:cubicBezTo>
                    <a:pt x="497713" y="166497"/>
                    <a:pt x="500634" y="174371"/>
                    <a:pt x="503047" y="182372"/>
                  </a:cubicBezTo>
                  <a:cubicBezTo>
                    <a:pt x="505460" y="190373"/>
                    <a:pt x="507492" y="198628"/>
                    <a:pt x="509143" y="206883"/>
                  </a:cubicBezTo>
                  <a:cubicBezTo>
                    <a:pt x="510794" y="215138"/>
                    <a:pt x="512064" y="223520"/>
                    <a:pt x="512826" y="231902"/>
                  </a:cubicBezTo>
                  <a:cubicBezTo>
                    <a:pt x="513588" y="240284"/>
                    <a:pt x="514096" y="248666"/>
                    <a:pt x="514096" y="257048"/>
                  </a:cubicBezTo>
                  <a:cubicBezTo>
                    <a:pt x="514096" y="265430"/>
                    <a:pt x="513715" y="273812"/>
                    <a:pt x="512826" y="282194"/>
                  </a:cubicBezTo>
                  <a:cubicBezTo>
                    <a:pt x="511937" y="290576"/>
                    <a:pt x="510794" y="298958"/>
                    <a:pt x="509143" y="307213"/>
                  </a:cubicBezTo>
                  <a:cubicBezTo>
                    <a:pt x="507492" y="315468"/>
                    <a:pt x="505460" y="323596"/>
                    <a:pt x="503047" y="331724"/>
                  </a:cubicBezTo>
                  <a:cubicBezTo>
                    <a:pt x="500634" y="339852"/>
                    <a:pt x="497713" y="347726"/>
                    <a:pt x="494538" y="355473"/>
                  </a:cubicBezTo>
                  <a:cubicBezTo>
                    <a:pt x="491363" y="363220"/>
                    <a:pt x="487680" y="370840"/>
                    <a:pt x="483743" y="378333"/>
                  </a:cubicBezTo>
                  <a:cubicBezTo>
                    <a:pt x="479806" y="385826"/>
                    <a:pt x="475488" y="392938"/>
                    <a:pt x="470789" y="399923"/>
                  </a:cubicBezTo>
                  <a:cubicBezTo>
                    <a:pt x="466090" y="406908"/>
                    <a:pt x="461137" y="413639"/>
                    <a:pt x="455803" y="420243"/>
                  </a:cubicBezTo>
                  <a:cubicBezTo>
                    <a:pt x="450469" y="426847"/>
                    <a:pt x="444754" y="432943"/>
                    <a:pt x="438912" y="438912"/>
                  </a:cubicBezTo>
                  <a:cubicBezTo>
                    <a:pt x="433070" y="444881"/>
                    <a:pt x="426720" y="450469"/>
                    <a:pt x="420243" y="455803"/>
                  </a:cubicBezTo>
                  <a:cubicBezTo>
                    <a:pt x="413766" y="461137"/>
                    <a:pt x="407035" y="466217"/>
                    <a:pt x="399923" y="470789"/>
                  </a:cubicBezTo>
                  <a:cubicBezTo>
                    <a:pt x="392811" y="475361"/>
                    <a:pt x="385699" y="479806"/>
                    <a:pt x="378333" y="483743"/>
                  </a:cubicBezTo>
                  <a:cubicBezTo>
                    <a:pt x="370967" y="487680"/>
                    <a:pt x="363347" y="491363"/>
                    <a:pt x="355473" y="494538"/>
                  </a:cubicBezTo>
                  <a:cubicBezTo>
                    <a:pt x="347599" y="497713"/>
                    <a:pt x="339725" y="500634"/>
                    <a:pt x="331724" y="503047"/>
                  </a:cubicBezTo>
                  <a:cubicBezTo>
                    <a:pt x="323723" y="505460"/>
                    <a:pt x="315468" y="507492"/>
                    <a:pt x="307213" y="509143"/>
                  </a:cubicBezTo>
                  <a:cubicBezTo>
                    <a:pt x="298958" y="510794"/>
                    <a:pt x="290576" y="512064"/>
                    <a:pt x="282194" y="512826"/>
                  </a:cubicBezTo>
                  <a:cubicBezTo>
                    <a:pt x="273812" y="513588"/>
                    <a:pt x="265430" y="514096"/>
                    <a:pt x="257048" y="514096"/>
                  </a:cubicBezTo>
                  <a:cubicBezTo>
                    <a:pt x="248666" y="514096"/>
                    <a:pt x="240284" y="513715"/>
                    <a:pt x="231902" y="512826"/>
                  </a:cubicBezTo>
                  <a:cubicBezTo>
                    <a:pt x="223520" y="511937"/>
                    <a:pt x="215138" y="510794"/>
                    <a:pt x="206883" y="509143"/>
                  </a:cubicBezTo>
                  <a:cubicBezTo>
                    <a:pt x="198628" y="507492"/>
                    <a:pt x="190500" y="505460"/>
                    <a:pt x="182372" y="503047"/>
                  </a:cubicBezTo>
                  <a:cubicBezTo>
                    <a:pt x="174244" y="500634"/>
                    <a:pt x="166370" y="497713"/>
                    <a:pt x="158623" y="494538"/>
                  </a:cubicBezTo>
                  <a:cubicBezTo>
                    <a:pt x="150876" y="491363"/>
                    <a:pt x="143256" y="487680"/>
                    <a:pt x="135763" y="483743"/>
                  </a:cubicBezTo>
                  <a:cubicBezTo>
                    <a:pt x="128270" y="479806"/>
                    <a:pt x="121158" y="475488"/>
                    <a:pt x="114173" y="470789"/>
                  </a:cubicBezTo>
                  <a:cubicBezTo>
                    <a:pt x="107188" y="466090"/>
                    <a:pt x="100457" y="461137"/>
                    <a:pt x="93853" y="455803"/>
                  </a:cubicBezTo>
                  <a:cubicBezTo>
                    <a:pt x="87249" y="450469"/>
                    <a:pt x="81153" y="444754"/>
                    <a:pt x="75184" y="438912"/>
                  </a:cubicBezTo>
                  <a:cubicBezTo>
                    <a:pt x="69215" y="433070"/>
                    <a:pt x="63627" y="426720"/>
                    <a:pt x="58293" y="420243"/>
                  </a:cubicBezTo>
                  <a:cubicBezTo>
                    <a:pt x="52959" y="413766"/>
                    <a:pt x="47879" y="407035"/>
                    <a:pt x="43307" y="399923"/>
                  </a:cubicBezTo>
                  <a:cubicBezTo>
                    <a:pt x="38735" y="392811"/>
                    <a:pt x="34290" y="385699"/>
                    <a:pt x="30353" y="378333"/>
                  </a:cubicBezTo>
                  <a:cubicBezTo>
                    <a:pt x="26416" y="370967"/>
                    <a:pt x="22733" y="363347"/>
                    <a:pt x="19558" y="355473"/>
                  </a:cubicBezTo>
                  <a:cubicBezTo>
                    <a:pt x="16383" y="347599"/>
                    <a:pt x="13462" y="339725"/>
                    <a:pt x="11049" y="331724"/>
                  </a:cubicBezTo>
                  <a:cubicBezTo>
                    <a:pt x="8636" y="323723"/>
                    <a:pt x="6604" y="315468"/>
                    <a:pt x="4953" y="307213"/>
                  </a:cubicBezTo>
                  <a:cubicBezTo>
                    <a:pt x="3302" y="298958"/>
                    <a:pt x="2032" y="290576"/>
                    <a:pt x="1270" y="282194"/>
                  </a:cubicBezTo>
                  <a:cubicBezTo>
                    <a:pt x="508" y="273812"/>
                    <a:pt x="0" y="265430"/>
                    <a:pt x="0" y="257048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456760" y="439044"/>
              <a:ext cx="56162" cy="62374"/>
            </a:xfrm>
            <a:custGeom>
              <a:avLst/>
              <a:gdLst/>
              <a:ahLst/>
              <a:cxnLst/>
              <a:rect r="r" b="b" t="t" l="l"/>
              <a:pathLst>
                <a:path h="62374" w="56162">
                  <a:moveTo>
                    <a:pt x="45652" y="56891"/>
                  </a:moveTo>
                  <a:cubicBezTo>
                    <a:pt x="46160" y="51049"/>
                    <a:pt x="46287" y="45334"/>
                    <a:pt x="45652" y="38984"/>
                  </a:cubicBezTo>
                  <a:lnTo>
                    <a:pt x="50732" y="38476"/>
                  </a:lnTo>
                  <a:lnTo>
                    <a:pt x="45779" y="39365"/>
                  </a:lnTo>
                  <a:cubicBezTo>
                    <a:pt x="44890" y="34666"/>
                    <a:pt x="43366" y="29967"/>
                    <a:pt x="41715" y="26157"/>
                  </a:cubicBezTo>
                  <a:lnTo>
                    <a:pt x="46287" y="23998"/>
                  </a:lnTo>
                  <a:lnTo>
                    <a:pt x="41969" y="26665"/>
                  </a:lnTo>
                  <a:cubicBezTo>
                    <a:pt x="39556" y="22728"/>
                    <a:pt x="37016" y="19680"/>
                    <a:pt x="33968" y="16632"/>
                  </a:cubicBezTo>
                  <a:lnTo>
                    <a:pt x="37524" y="13076"/>
                  </a:lnTo>
                  <a:lnTo>
                    <a:pt x="34476" y="17140"/>
                  </a:lnTo>
                  <a:cubicBezTo>
                    <a:pt x="30539" y="14219"/>
                    <a:pt x="26729" y="12187"/>
                    <a:pt x="23046" y="10917"/>
                  </a:cubicBezTo>
                  <a:lnTo>
                    <a:pt x="24824" y="6091"/>
                  </a:lnTo>
                  <a:lnTo>
                    <a:pt x="23808" y="11044"/>
                  </a:lnTo>
                  <a:cubicBezTo>
                    <a:pt x="19236" y="10155"/>
                    <a:pt x="14664" y="9901"/>
                    <a:pt x="10473" y="10282"/>
                  </a:cubicBezTo>
                  <a:lnTo>
                    <a:pt x="9965" y="5202"/>
                  </a:lnTo>
                  <a:lnTo>
                    <a:pt x="11235" y="10155"/>
                  </a:lnTo>
                  <a:lnTo>
                    <a:pt x="6409" y="11425"/>
                  </a:lnTo>
                  <a:cubicBezTo>
                    <a:pt x="3742" y="12187"/>
                    <a:pt x="948" y="10536"/>
                    <a:pt x="186" y="7869"/>
                  </a:cubicBezTo>
                  <a:cubicBezTo>
                    <a:pt x="-576" y="5202"/>
                    <a:pt x="1075" y="2408"/>
                    <a:pt x="3742" y="1646"/>
                  </a:cubicBezTo>
                  <a:lnTo>
                    <a:pt x="8568" y="376"/>
                  </a:lnTo>
                  <a:cubicBezTo>
                    <a:pt x="8822" y="249"/>
                    <a:pt x="9076" y="249"/>
                    <a:pt x="9330" y="249"/>
                  </a:cubicBezTo>
                  <a:cubicBezTo>
                    <a:pt x="14537" y="-259"/>
                    <a:pt x="20125" y="-5"/>
                    <a:pt x="25713" y="1138"/>
                  </a:cubicBezTo>
                  <a:cubicBezTo>
                    <a:pt x="25967" y="1138"/>
                    <a:pt x="26221" y="1265"/>
                    <a:pt x="26475" y="1392"/>
                  </a:cubicBezTo>
                  <a:cubicBezTo>
                    <a:pt x="31174" y="3170"/>
                    <a:pt x="35873" y="5583"/>
                    <a:pt x="40572" y="9012"/>
                  </a:cubicBezTo>
                  <a:cubicBezTo>
                    <a:pt x="40826" y="9139"/>
                    <a:pt x="40953" y="9266"/>
                    <a:pt x="41080" y="9520"/>
                  </a:cubicBezTo>
                  <a:cubicBezTo>
                    <a:pt x="44636" y="13076"/>
                    <a:pt x="47684" y="16759"/>
                    <a:pt x="50478" y="21331"/>
                  </a:cubicBezTo>
                  <a:cubicBezTo>
                    <a:pt x="50605" y="21458"/>
                    <a:pt x="50732" y="21712"/>
                    <a:pt x="50732" y="21839"/>
                  </a:cubicBezTo>
                  <a:cubicBezTo>
                    <a:pt x="52891" y="26411"/>
                    <a:pt x="54542" y="31999"/>
                    <a:pt x="55558" y="37460"/>
                  </a:cubicBezTo>
                  <a:cubicBezTo>
                    <a:pt x="55558" y="37587"/>
                    <a:pt x="55558" y="37841"/>
                    <a:pt x="55685" y="37968"/>
                  </a:cubicBezTo>
                  <a:cubicBezTo>
                    <a:pt x="56320" y="45080"/>
                    <a:pt x="56320" y="51303"/>
                    <a:pt x="55685" y="57780"/>
                  </a:cubicBezTo>
                  <a:cubicBezTo>
                    <a:pt x="55431" y="60574"/>
                    <a:pt x="53018" y="62606"/>
                    <a:pt x="50097" y="62352"/>
                  </a:cubicBezTo>
                  <a:cubicBezTo>
                    <a:pt x="47176" y="62098"/>
                    <a:pt x="45271" y="59685"/>
                    <a:pt x="45525" y="5676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432181" y="414445"/>
              <a:ext cx="55250" cy="94236"/>
            </a:xfrm>
            <a:custGeom>
              <a:avLst/>
              <a:gdLst/>
              <a:ahLst/>
              <a:cxnLst/>
              <a:rect r="r" b="b" t="t" l="l"/>
              <a:pathLst>
                <a:path h="94236" w="55250">
                  <a:moveTo>
                    <a:pt x="50927" y="94190"/>
                  </a:moveTo>
                  <a:cubicBezTo>
                    <a:pt x="47752" y="94317"/>
                    <a:pt x="44069" y="94190"/>
                    <a:pt x="40386" y="93682"/>
                  </a:cubicBezTo>
                  <a:cubicBezTo>
                    <a:pt x="40259" y="93682"/>
                    <a:pt x="40132" y="93682"/>
                    <a:pt x="39878" y="93555"/>
                  </a:cubicBezTo>
                  <a:cubicBezTo>
                    <a:pt x="36195" y="92666"/>
                    <a:pt x="32512" y="91523"/>
                    <a:pt x="29718" y="90253"/>
                  </a:cubicBezTo>
                  <a:cubicBezTo>
                    <a:pt x="29591" y="90253"/>
                    <a:pt x="29464" y="90126"/>
                    <a:pt x="29337" y="90126"/>
                  </a:cubicBezTo>
                  <a:cubicBezTo>
                    <a:pt x="26543" y="88602"/>
                    <a:pt x="23749" y="86824"/>
                    <a:pt x="20955" y="84665"/>
                  </a:cubicBezTo>
                  <a:cubicBezTo>
                    <a:pt x="20828" y="84538"/>
                    <a:pt x="20828" y="84538"/>
                    <a:pt x="20701" y="84411"/>
                  </a:cubicBezTo>
                  <a:cubicBezTo>
                    <a:pt x="17272" y="81363"/>
                    <a:pt x="14605" y="78696"/>
                    <a:pt x="11430" y="75140"/>
                  </a:cubicBezTo>
                  <a:cubicBezTo>
                    <a:pt x="11303" y="75013"/>
                    <a:pt x="11303" y="75013"/>
                    <a:pt x="11176" y="74886"/>
                  </a:cubicBezTo>
                  <a:cubicBezTo>
                    <a:pt x="9144" y="72092"/>
                    <a:pt x="6731" y="68536"/>
                    <a:pt x="4826" y="64853"/>
                  </a:cubicBezTo>
                  <a:cubicBezTo>
                    <a:pt x="4699" y="64726"/>
                    <a:pt x="4699" y="64599"/>
                    <a:pt x="4572" y="64472"/>
                  </a:cubicBezTo>
                  <a:cubicBezTo>
                    <a:pt x="3048" y="60789"/>
                    <a:pt x="1905" y="57106"/>
                    <a:pt x="1143" y="53550"/>
                  </a:cubicBezTo>
                  <a:cubicBezTo>
                    <a:pt x="1143" y="53423"/>
                    <a:pt x="1143" y="53296"/>
                    <a:pt x="1016" y="53169"/>
                  </a:cubicBezTo>
                  <a:cubicBezTo>
                    <a:pt x="381" y="48724"/>
                    <a:pt x="0" y="45168"/>
                    <a:pt x="0" y="41612"/>
                  </a:cubicBezTo>
                  <a:cubicBezTo>
                    <a:pt x="0" y="41485"/>
                    <a:pt x="0" y="41358"/>
                    <a:pt x="0" y="41231"/>
                  </a:cubicBezTo>
                  <a:cubicBezTo>
                    <a:pt x="254" y="35897"/>
                    <a:pt x="635" y="32341"/>
                    <a:pt x="1397" y="28658"/>
                  </a:cubicBezTo>
                  <a:cubicBezTo>
                    <a:pt x="1397" y="28531"/>
                    <a:pt x="1397" y="28404"/>
                    <a:pt x="1524" y="28277"/>
                  </a:cubicBezTo>
                  <a:cubicBezTo>
                    <a:pt x="2540" y="24594"/>
                    <a:pt x="3683" y="21038"/>
                    <a:pt x="5334" y="17482"/>
                  </a:cubicBezTo>
                  <a:cubicBezTo>
                    <a:pt x="5334" y="17355"/>
                    <a:pt x="5461" y="17228"/>
                    <a:pt x="5461" y="17101"/>
                  </a:cubicBezTo>
                  <a:cubicBezTo>
                    <a:pt x="7366" y="13418"/>
                    <a:pt x="10922" y="8084"/>
                    <a:pt x="13335" y="5163"/>
                  </a:cubicBezTo>
                  <a:cubicBezTo>
                    <a:pt x="13462" y="5036"/>
                    <a:pt x="13462" y="5036"/>
                    <a:pt x="13589" y="4909"/>
                  </a:cubicBezTo>
                  <a:lnTo>
                    <a:pt x="16764" y="1607"/>
                  </a:lnTo>
                  <a:cubicBezTo>
                    <a:pt x="18669" y="-425"/>
                    <a:pt x="21971" y="-552"/>
                    <a:pt x="24003" y="1353"/>
                  </a:cubicBezTo>
                  <a:cubicBezTo>
                    <a:pt x="26035" y="3258"/>
                    <a:pt x="26162" y="6560"/>
                    <a:pt x="24257" y="8592"/>
                  </a:cubicBezTo>
                  <a:lnTo>
                    <a:pt x="21082" y="11894"/>
                  </a:lnTo>
                  <a:lnTo>
                    <a:pt x="17399" y="8338"/>
                  </a:lnTo>
                  <a:lnTo>
                    <a:pt x="21336" y="11640"/>
                  </a:lnTo>
                  <a:cubicBezTo>
                    <a:pt x="19431" y="13926"/>
                    <a:pt x="16256" y="18625"/>
                    <a:pt x="14605" y="21800"/>
                  </a:cubicBezTo>
                  <a:lnTo>
                    <a:pt x="10160" y="19387"/>
                  </a:lnTo>
                  <a:lnTo>
                    <a:pt x="14859" y="21419"/>
                  </a:lnTo>
                  <a:cubicBezTo>
                    <a:pt x="13462" y="24594"/>
                    <a:pt x="12446" y="27642"/>
                    <a:pt x="11557" y="30817"/>
                  </a:cubicBezTo>
                  <a:lnTo>
                    <a:pt x="6604" y="29547"/>
                  </a:lnTo>
                  <a:lnTo>
                    <a:pt x="11557" y="30563"/>
                  </a:lnTo>
                  <a:cubicBezTo>
                    <a:pt x="10922" y="33611"/>
                    <a:pt x="10541" y="36786"/>
                    <a:pt x="10287" y="41612"/>
                  </a:cubicBezTo>
                  <a:lnTo>
                    <a:pt x="5207" y="41358"/>
                  </a:lnTo>
                  <a:lnTo>
                    <a:pt x="10287" y="41231"/>
                  </a:lnTo>
                  <a:cubicBezTo>
                    <a:pt x="10414" y="44406"/>
                    <a:pt x="10668" y="47581"/>
                    <a:pt x="11176" y="51518"/>
                  </a:cubicBezTo>
                  <a:lnTo>
                    <a:pt x="6096" y="52280"/>
                  </a:lnTo>
                  <a:lnTo>
                    <a:pt x="11049" y="51137"/>
                  </a:lnTo>
                  <a:cubicBezTo>
                    <a:pt x="11811" y="54312"/>
                    <a:pt x="12700" y="57360"/>
                    <a:pt x="13970" y="60535"/>
                  </a:cubicBezTo>
                  <a:lnTo>
                    <a:pt x="9271" y="62440"/>
                  </a:lnTo>
                  <a:lnTo>
                    <a:pt x="13843" y="60154"/>
                  </a:lnTo>
                  <a:cubicBezTo>
                    <a:pt x="15494" y="63329"/>
                    <a:pt x="17526" y="66504"/>
                    <a:pt x="19177" y="68790"/>
                  </a:cubicBezTo>
                  <a:lnTo>
                    <a:pt x="15113" y="71838"/>
                  </a:lnTo>
                  <a:lnTo>
                    <a:pt x="18923" y="68536"/>
                  </a:lnTo>
                  <a:cubicBezTo>
                    <a:pt x="21717" y="71711"/>
                    <a:pt x="24003" y="74124"/>
                    <a:pt x="27178" y="76918"/>
                  </a:cubicBezTo>
                  <a:lnTo>
                    <a:pt x="23749" y="80728"/>
                  </a:lnTo>
                  <a:lnTo>
                    <a:pt x="26797" y="76664"/>
                  </a:lnTo>
                  <a:cubicBezTo>
                    <a:pt x="29210" y="78442"/>
                    <a:pt x="31496" y="79966"/>
                    <a:pt x="33782" y="81236"/>
                  </a:cubicBezTo>
                  <a:lnTo>
                    <a:pt x="31369" y="85681"/>
                  </a:lnTo>
                  <a:lnTo>
                    <a:pt x="33401" y="80982"/>
                  </a:lnTo>
                  <a:cubicBezTo>
                    <a:pt x="35687" y="81998"/>
                    <a:pt x="38735" y="83014"/>
                    <a:pt x="41783" y="83649"/>
                  </a:cubicBezTo>
                  <a:lnTo>
                    <a:pt x="40640" y="88602"/>
                  </a:lnTo>
                  <a:lnTo>
                    <a:pt x="41275" y="83522"/>
                  </a:lnTo>
                  <a:cubicBezTo>
                    <a:pt x="44450" y="83903"/>
                    <a:pt x="47498" y="84030"/>
                    <a:pt x="49911" y="84030"/>
                  </a:cubicBezTo>
                  <a:cubicBezTo>
                    <a:pt x="52705" y="83903"/>
                    <a:pt x="55118" y="86062"/>
                    <a:pt x="55245" y="88856"/>
                  </a:cubicBezTo>
                  <a:cubicBezTo>
                    <a:pt x="55372" y="91650"/>
                    <a:pt x="53213" y="94063"/>
                    <a:pt x="50419" y="941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72872" y="490953"/>
              <a:ext cx="93174" cy="90580"/>
            </a:xfrm>
            <a:custGeom>
              <a:avLst/>
              <a:gdLst/>
              <a:ahLst/>
              <a:cxnLst/>
              <a:rect r="r" b="b" t="t" l="l"/>
              <a:pathLst>
                <a:path h="90580" w="93174">
                  <a:moveTo>
                    <a:pt x="18034" y="7522"/>
                  </a:moveTo>
                  <a:cubicBezTo>
                    <a:pt x="15748" y="11459"/>
                    <a:pt x="13843" y="15523"/>
                    <a:pt x="12446" y="19333"/>
                  </a:cubicBezTo>
                  <a:lnTo>
                    <a:pt x="7620" y="17555"/>
                  </a:lnTo>
                  <a:lnTo>
                    <a:pt x="12573" y="18952"/>
                  </a:lnTo>
                  <a:cubicBezTo>
                    <a:pt x="11430" y="22889"/>
                    <a:pt x="10668" y="26826"/>
                    <a:pt x="10033" y="31652"/>
                  </a:cubicBezTo>
                  <a:lnTo>
                    <a:pt x="4953" y="31017"/>
                  </a:lnTo>
                  <a:lnTo>
                    <a:pt x="10033" y="31144"/>
                  </a:lnTo>
                  <a:cubicBezTo>
                    <a:pt x="9906" y="35970"/>
                    <a:pt x="10287" y="40669"/>
                    <a:pt x="11049" y="45368"/>
                  </a:cubicBezTo>
                  <a:lnTo>
                    <a:pt x="6096" y="46257"/>
                  </a:lnTo>
                  <a:lnTo>
                    <a:pt x="11049" y="44860"/>
                  </a:lnTo>
                  <a:cubicBezTo>
                    <a:pt x="12446" y="49559"/>
                    <a:pt x="13970" y="53496"/>
                    <a:pt x="16383" y="58322"/>
                  </a:cubicBezTo>
                  <a:lnTo>
                    <a:pt x="11811" y="60608"/>
                  </a:lnTo>
                  <a:lnTo>
                    <a:pt x="16129" y="57941"/>
                  </a:lnTo>
                  <a:cubicBezTo>
                    <a:pt x="18034" y="61116"/>
                    <a:pt x="20320" y="64291"/>
                    <a:pt x="23241" y="67466"/>
                  </a:cubicBezTo>
                  <a:lnTo>
                    <a:pt x="19431" y="70768"/>
                  </a:lnTo>
                  <a:lnTo>
                    <a:pt x="22987" y="67085"/>
                  </a:lnTo>
                  <a:cubicBezTo>
                    <a:pt x="26162" y="70133"/>
                    <a:pt x="29210" y="72546"/>
                    <a:pt x="32385" y="74578"/>
                  </a:cubicBezTo>
                  <a:lnTo>
                    <a:pt x="29591" y="78769"/>
                  </a:lnTo>
                  <a:lnTo>
                    <a:pt x="32004" y="74324"/>
                  </a:lnTo>
                  <a:cubicBezTo>
                    <a:pt x="35941" y="76483"/>
                    <a:pt x="39878" y="78007"/>
                    <a:pt x="43688" y="79150"/>
                  </a:cubicBezTo>
                  <a:lnTo>
                    <a:pt x="42291" y="83976"/>
                  </a:lnTo>
                  <a:lnTo>
                    <a:pt x="43180" y="79023"/>
                  </a:lnTo>
                  <a:cubicBezTo>
                    <a:pt x="48006" y="79912"/>
                    <a:pt x="51943" y="80293"/>
                    <a:pt x="55753" y="80293"/>
                  </a:cubicBezTo>
                  <a:lnTo>
                    <a:pt x="55753" y="85373"/>
                  </a:lnTo>
                  <a:lnTo>
                    <a:pt x="55245" y="80293"/>
                  </a:lnTo>
                  <a:cubicBezTo>
                    <a:pt x="59182" y="79912"/>
                    <a:pt x="63119" y="79277"/>
                    <a:pt x="67056" y="78134"/>
                  </a:cubicBezTo>
                  <a:lnTo>
                    <a:pt x="68453" y="83087"/>
                  </a:lnTo>
                  <a:lnTo>
                    <a:pt x="66675" y="78388"/>
                  </a:lnTo>
                  <a:cubicBezTo>
                    <a:pt x="70612" y="76864"/>
                    <a:pt x="74549" y="74832"/>
                    <a:pt x="78486" y="72419"/>
                  </a:cubicBezTo>
                  <a:lnTo>
                    <a:pt x="81153" y="76737"/>
                  </a:lnTo>
                  <a:lnTo>
                    <a:pt x="78105" y="72673"/>
                  </a:lnTo>
                  <a:cubicBezTo>
                    <a:pt x="80264" y="71022"/>
                    <a:pt x="82423" y="69244"/>
                    <a:pt x="84582" y="67212"/>
                  </a:cubicBezTo>
                  <a:cubicBezTo>
                    <a:pt x="86741" y="65180"/>
                    <a:pt x="89916" y="65434"/>
                    <a:pt x="91821" y="67466"/>
                  </a:cubicBezTo>
                  <a:cubicBezTo>
                    <a:pt x="93726" y="69498"/>
                    <a:pt x="93599" y="72800"/>
                    <a:pt x="91567" y="74705"/>
                  </a:cubicBezTo>
                  <a:cubicBezTo>
                    <a:pt x="89154" y="76864"/>
                    <a:pt x="86741" y="78896"/>
                    <a:pt x="84328" y="80801"/>
                  </a:cubicBezTo>
                  <a:cubicBezTo>
                    <a:pt x="84201" y="80928"/>
                    <a:pt x="84074" y="80928"/>
                    <a:pt x="83947" y="81055"/>
                  </a:cubicBezTo>
                  <a:cubicBezTo>
                    <a:pt x="79502" y="83849"/>
                    <a:pt x="74930" y="86135"/>
                    <a:pt x="70358" y="87913"/>
                  </a:cubicBezTo>
                  <a:cubicBezTo>
                    <a:pt x="70231" y="87913"/>
                    <a:pt x="70104" y="88040"/>
                    <a:pt x="69850" y="88040"/>
                  </a:cubicBezTo>
                  <a:cubicBezTo>
                    <a:pt x="65278" y="89310"/>
                    <a:pt x="60706" y="90072"/>
                    <a:pt x="56261" y="90580"/>
                  </a:cubicBezTo>
                  <a:cubicBezTo>
                    <a:pt x="56134" y="90580"/>
                    <a:pt x="56007" y="90580"/>
                    <a:pt x="55753" y="90580"/>
                  </a:cubicBezTo>
                  <a:cubicBezTo>
                    <a:pt x="51181" y="90580"/>
                    <a:pt x="46609" y="90199"/>
                    <a:pt x="41275" y="89056"/>
                  </a:cubicBezTo>
                  <a:cubicBezTo>
                    <a:pt x="41148" y="89056"/>
                    <a:pt x="40894" y="88929"/>
                    <a:pt x="40767" y="88929"/>
                  </a:cubicBezTo>
                  <a:cubicBezTo>
                    <a:pt x="36195" y="87532"/>
                    <a:pt x="31623" y="85754"/>
                    <a:pt x="27178" y="83341"/>
                  </a:cubicBezTo>
                  <a:cubicBezTo>
                    <a:pt x="27051" y="83214"/>
                    <a:pt x="26924" y="83214"/>
                    <a:pt x="26797" y="83087"/>
                  </a:cubicBezTo>
                  <a:cubicBezTo>
                    <a:pt x="23114" y="80674"/>
                    <a:pt x="19558" y="77753"/>
                    <a:pt x="16002" y="74451"/>
                  </a:cubicBezTo>
                  <a:cubicBezTo>
                    <a:pt x="15875" y="74324"/>
                    <a:pt x="15748" y="74197"/>
                    <a:pt x="15748" y="74070"/>
                  </a:cubicBezTo>
                  <a:cubicBezTo>
                    <a:pt x="12573" y="70387"/>
                    <a:pt x="9779" y="66831"/>
                    <a:pt x="7620" y="63148"/>
                  </a:cubicBezTo>
                  <a:cubicBezTo>
                    <a:pt x="7493" y="63021"/>
                    <a:pt x="7493" y="62894"/>
                    <a:pt x="7366" y="62767"/>
                  </a:cubicBezTo>
                  <a:cubicBezTo>
                    <a:pt x="4699" y="57433"/>
                    <a:pt x="2921" y="52988"/>
                    <a:pt x="1397" y="47654"/>
                  </a:cubicBezTo>
                  <a:cubicBezTo>
                    <a:pt x="1397" y="47527"/>
                    <a:pt x="1270" y="47273"/>
                    <a:pt x="1270" y="47146"/>
                  </a:cubicBezTo>
                  <a:cubicBezTo>
                    <a:pt x="254" y="41685"/>
                    <a:pt x="0" y="36351"/>
                    <a:pt x="0" y="31017"/>
                  </a:cubicBezTo>
                  <a:cubicBezTo>
                    <a:pt x="0" y="30890"/>
                    <a:pt x="0" y="30636"/>
                    <a:pt x="0" y="30509"/>
                  </a:cubicBezTo>
                  <a:cubicBezTo>
                    <a:pt x="635" y="25175"/>
                    <a:pt x="1524" y="20730"/>
                    <a:pt x="2794" y="16285"/>
                  </a:cubicBezTo>
                  <a:cubicBezTo>
                    <a:pt x="2794" y="16158"/>
                    <a:pt x="2921" y="16031"/>
                    <a:pt x="2921" y="15904"/>
                  </a:cubicBezTo>
                  <a:cubicBezTo>
                    <a:pt x="4572" y="11459"/>
                    <a:pt x="6731" y="6887"/>
                    <a:pt x="9271" y="2569"/>
                  </a:cubicBezTo>
                  <a:cubicBezTo>
                    <a:pt x="10668" y="156"/>
                    <a:pt x="13716" y="-733"/>
                    <a:pt x="16256" y="664"/>
                  </a:cubicBezTo>
                  <a:cubicBezTo>
                    <a:pt x="18796" y="2061"/>
                    <a:pt x="19558" y="5109"/>
                    <a:pt x="18161" y="76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381365" y="452485"/>
              <a:ext cx="47150" cy="48547"/>
            </a:xfrm>
            <a:custGeom>
              <a:avLst/>
              <a:gdLst/>
              <a:ahLst/>
              <a:cxnLst/>
              <a:rect r="r" b="b" t="t" l="l"/>
              <a:pathLst>
                <a:path h="48547" w="47150">
                  <a:moveTo>
                    <a:pt x="45736" y="8652"/>
                  </a:moveTo>
                  <a:lnTo>
                    <a:pt x="8779" y="47006"/>
                  </a:lnTo>
                  <a:cubicBezTo>
                    <a:pt x="6874" y="49038"/>
                    <a:pt x="3572" y="49038"/>
                    <a:pt x="1540" y="47133"/>
                  </a:cubicBezTo>
                  <a:cubicBezTo>
                    <a:pt x="-492" y="45228"/>
                    <a:pt x="-492" y="41926"/>
                    <a:pt x="1413" y="39894"/>
                  </a:cubicBezTo>
                  <a:lnTo>
                    <a:pt x="38370" y="1540"/>
                  </a:lnTo>
                  <a:cubicBezTo>
                    <a:pt x="40275" y="-492"/>
                    <a:pt x="43577" y="-492"/>
                    <a:pt x="45609" y="1413"/>
                  </a:cubicBezTo>
                  <a:cubicBezTo>
                    <a:pt x="47641" y="3318"/>
                    <a:pt x="47641" y="6620"/>
                    <a:pt x="45736" y="865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456390" y="440688"/>
              <a:ext cx="10554" cy="10210"/>
            </a:xfrm>
            <a:custGeom>
              <a:avLst/>
              <a:gdLst/>
              <a:ahLst/>
              <a:cxnLst/>
              <a:rect r="r" b="b" t="t" l="l"/>
              <a:pathLst>
                <a:path h="10210" w="10554">
                  <a:moveTo>
                    <a:pt x="6525" y="10035"/>
                  </a:moveTo>
                  <a:cubicBezTo>
                    <a:pt x="6398" y="10035"/>
                    <a:pt x="6144" y="10162"/>
                    <a:pt x="6017" y="10162"/>
                  </a:cubicBezTo>
                  <a:cubicBezTo>
                    <a:pt x="5890" y="10162"/>
                    <a:pt x="5890" y="10162"/>
                    <a:pt x="5763" y="10162"/>
                  </a:cubicBezTo>
                  <a:cubicBezTo>
                    <a:pt x="2969" y="10543"/>
                    <a:pt x="429" y="8638"/>
                    <a:pt x="48" y="5844"/>
                  </a:cubicBezTo>
                  <a:cubicBezTo>
                    <a:pt x="-333" y="3050"/>
                    <a:pt x="1572" y="510"/>
                    <a:pt x="4366" y="129"/>
                  </a:cubicBezTo>
                  <a:cubicBezTo>
                    <a:pt x="4366" y="129"/>
                    <a:pt x="4239" y="129"/>
                    <a:pt x="4239" y="129"/>
                  </a:cubicBezTo>
                  <a:cubicBezTo>
                    <a:pt x="4239" y="129"/>
                    <a:pt x="4366" y="129"/>
                    <a:pt x="4493" y="129"/>
                  </a:cubicBezTo>
                  <a:cubicBezTo>
                    <a:pt x="7287" y="-506"/>
                    <a:pt x="9954" y="1272"/>
                    <a:pt x="10462" y="4066"/>
                  </a:cubicBezTo>
                  <a:cubicBezTo>
                    <a:pt x="10970" y="6860"/>
                    <a:pt x="9319" y="9527"/>
                    <a:pt x="6525" y="1003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488377" y="495054"/>
              <a:ext cx="72079" cy="34728"/>
            </a:xfrm>
            <a:custGeom>
              <a:avLst/>
              <a:gdLst/>
              <a:ahLst/>
              <a:cxnLst/>
              <a:rect r="r" b="b" t="t" l="l"/>
              <a:pathLst>
                <a:path h="34728" w="72079">
                  <a:moveTo>
                    <a:pt x="1462" y="26154"/>
                  </a:moveTo>
                  <a:cubicBezTo>
                    <a:pt x="9971" y="17264"/>
                    <a:pt x="20004" y="10406"/>
                    <a:pt x="31561" y="5961"/>
                  </a:cubicBezTo>
                  <a:cubicBezTo>
                    <a:pt x="42991" y="1389"/>
                    <a:pt x="54929" y="-516"/>
                    <a:pt x="67248" y="119"/>
                  </a:cubicBezTo>
                  <a:cubicBezTo>
                    <a:pt x="70042" y="246"/>
                    <a:pt x="72201" y="2659"/>
                    <a:pt x="72074" y="5453"/>
                  </a:cubicBezTo>
                  <a:cubicBezTo>
                    <a:pt x="71947" y="8247"/>
                    <a:pt x="69534" y="10406"/>
                    <a:pt x="66740" y="10279"/>
                  </a:cubicBezTo>
                  <a:cubicBezTo>
                    <a:pt x="55818" y="9644"/>
                    <a:pt x="45404" y="11422"/>
                    <a:pt x="35244" y="15359"/>
                  </a:cubicBezTo>
                  <a:lnTo>
                    <a:pt x="33339" y="10660"/>
                  </a:lnTo>
                  <a:lnTo>
                    <a:pt x="35244" y="15359"/>
                  </a:lnTo>
                  <a:cubicBezTo>
                    <a:pt x="25084" y="19423"/>
                    <a:pt x="16321" y="25265"/>
                    <a:pt x="8828" y="33139"/>
                  </a:cubicBezTo>
                  <a:cubicBezTo>
                    <a:pt x="6923" y="35171"/>
                    <a:pt x="3621" y="35298"/>
                    <a:pt x="1589" y="33266"/>
                  </a:cubicBezTo>
                  <a:cubicBezTo>
                    <a:pt x="-443" y="31234"/>
                    <a:pt x="-570" y="28059"/>
                    <a:pt x="1462" y="260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505571" y="520319"/>
              <a:ext cx="91473" cy="27624"/>
            </a:xfrm>
            <a:custGeom>
              <a:avLst/>
              <a:gdLst/>
              <a:ahLst/>
              <a:cxnLst/>
              <a:rect r="r" b="b" t="t" l="l"/>
              <a:pathLst>
                <a:path h="27624" w="91473">
                  <a:moveTo>
                    <a:pt x="1413" y="18923"/>
                  </a:moveTo>
                  <a:cubicBezTo>
                    <a:pt x="4334" y="16002"/>
                    <a:pt x="7382" y="13335"/>
                    <a:pt x="10811" y="10922"/>
                  </a:cubicBezTo>
                  <a:cubicBezTo>
                    <a:pt x="14240" y="8636"/>
                    <a:pt x="17796" y="6604"/>
                    <a:pt x="21606" y="4953"/>
                  </a:cubicBezTo>
                  <a:lnTo>
                    <a:pt x="23638" y="9652"/>
                  </a:lnTo>
                  <a:lnTo>
                    <a:pt x="21606" y="4953"/>
                  </a:lnTo>
                  <a:cubicBezTo>
                    <a:pt x="25416" y="3302"/>
                    <a:pt x="29353" y="2159"/>
                    <a:pt x="33417" y="1270"/>
                  </a:cubicBezTo>
                  <a:lnTo>
                    <a:pt x="34433" y="6223"/>
                  </a:lnTo>
                  <a:lnTo>
                    <a:pt x="33417" y="1270"/>
                  </a:lnTo>
                  <a:cubicBezTo>
                    <a:pt x="37481" y="508"/>
                    <a:pt x="41545" y="0"/>
                    <a:pt x="45736" y="0"/>
                  </a:cubicBezTo>
                  <a:cubicBezTo>
                    <a:pt x="49800" y="0"/>
                    <a:pt x="53991" y="381"/>
                    <a:pt x="58055" y="1270"/>
                  </a:cubicBezTo>
                  <a:cubicBezTo>
                    <a:pt x="62119" y="2159"/>
                    <a:pt x="66056" y="3302"/>
                    <a:pt x="69866" y="4953"/>
                  </a:cubicBezTo>
                  <a:lnTo>
                    <a:pt x="67834" y="9652"/>
                  </a:lnTo>
                  <a:lnTo>
                    <a:pt x="69866" y="4953"/>
                  </a:lnTo>
                  <a:cubicBezTo>
                    <a:pt x="73676" y="6604"/>
                    <a:pt x="77232" y="8509"/>
                    <a:pt x="80661" y="10922"/>
                  </a:cubicBezTo>
                  <a:cubicBezTo>
                    <a:pt x="84090" y="13208"/>
                    <a:pt x="87138" y="15875"/>
                    <a:pt x="90059" y="18923"/>
                  </a:cubicBezTo>
                  <a:cubicBezTo>
                    <a:pt x="91964" y="20955"/>
                    <a:pt x="91964" y="24130"/>
                    <a:pt x="89932" y="26162"/>
                  </a:cubicBezTo>
                  <a:cubicBezTo>
                    <a:pt x="87900" y="28194"/>
                    <a:pt x="84725" y="28067"/>
                    <a:pt x="82693" y="26035"/>
                  </a:cubicBezTo>
                  <a:cubicBezTo>
                    <a:pt x="80280" y="23495"/>
                    <a:pt x="77740" y="21336"/>
                    <a:pt x="74819" y="19431"/>
                  </a:cubicBezTo>
                  <a:lnTo>
                    <a:pt x="77740" y="15240"/>
                  </a:lnTo>
                  <a:lnTo>
                    <a:pt x="74819" y="19431"/>
                  </a:lnTo>
                  <a:cubicBezTo>
                    <a:pt x="72025" y="17526"/>
                    <a:pt x="68977" y="15875"/>
                    <a:pt x="65802" y="14478"/>
                  </a:cubicBezTo>
                  <a:cubicBezTo>
                    <a:pt x="62627" y="13081"/>
                    <a:pt x="59325" y="12065"/>
                    <a:pt x="56023" y="11430"/>
                  </a:cubicBezTo>
                  <a:lnTo>
                    <a:pt x="57039" y="6477"/>
                  </a:lnTo>
                  <a:lnTo>
                    <a:pt x="56023" y="11430"/>
                  </a:lnTo>
                  <a:cubicBezTo>
                    <a:pt x="52594" y="10795"/>
                    <a:pt x="49292" y="10414"/>
                    <a:pt x="45736" y="10414"/>
                  </a:cubicBezTo>
                  <a:lnTo>
                    <a:pt x="45736" y="5334"/>
                  </a:lnTo>
                  <a:lnTo>
                    <a:pt x="45736" y="10414"/>
                  </a:lnTo>
                  <a:cubicBezTo>
                    <a:pt x="42307" y="10414"/>
                    <a:pt x="38878" y="10795"/>
                    <a:pt x="35449" y="11430"/>
                  </a:cubicBezTo>
                  <a:cubicBezTo>
                    <a:pt x="32020" y="12065"/>
                    <a:pt x="28845" y="13081"/>
                    <a:pt x="25670" y="14478"/>
                  </a:cubicBezTo>
                  <a:cubicBezTo>
                    <a:pt x="22495" y="15875"/>
                    <a:pt x="19447" y="17526"/>
                    <a:pt x="16653" y="19431"/>
                  </a:cubicBezTo>
                  <a:lnTo>
                    <a:pt x="13732" y="15240"/>
                  </a:lnTo>
                  <a:lnTo>
                    <a:pt x="16653" y="19431"/>
                  </a:lnTo>
                  <a:cubicBezTo>
                    <a:pt x="13859" y="21336"/>
                    <a:pt x="11192" y="23622"/>
                    <a:pt x="8779" y="26035"/>
                  </a:cubicBezTo>
                  <a:cubicBezTo>
                    <a:pt x="6874" y="28067"/>
                    <a:pt x="3572" y="28067"/>
                    <a:pt x="1540" y="26162"/>
                  </a:cubicBezTo>
                  <a:cubicBezTo>
                    <a:pt x="-492" y="24257"/>
                    <a:pt x="-492" y="20955"/>
                    <a:pt x="1413" y="1892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532384" y="567055"/>
              <a:ext cx="37592" cy="37592"/>
            </a:xfrm>
            <a:custGeom>
              <a:avLst/>
              <a:gdLst/>
              <a:ahLst/>
              <a:cxnLst/>
              <a:rect r="r" b="b" t="t" l="l"/>
              <a:pathLst>
                <a:path h="37592" w="37592">
                  <a:moveTo>
                    <a:pt x="37592" y="18796"/>
                  </a:moveTo>
                  <a:cubicBezTo>
                    <a:pt x="37592" y="21336"/>
                    <a:pt x="37084" y="23749"/>
                    <a:pt x="36195" y="26035"/>
                  </a:cubicBezTo>
                  <a:lnTo>
                    <a:pt x="31496" y="24130"/>
                  </a:lnTo>
                  <a:lnTo>
                    <a:pt x="36195" y="26035"/>
                  </a:lnTo>
                  <a:cubicBezTo>
                    <a:pt x="35179" y="28321"/>
                    <a:pt x="33909" y="30353"/>
                    <a:pt x="32131" y="32131"/>
                  </a:cubicBezTo>
                  <a:lnTo>
                    <a:pt x="28575" y="28575"/>
                  </a:lnTo>
                  <a:lnTo>
                    <a:pt x="32131" y="32131"/>
                  </a:lnTo>
                  <a:cubicBezTo>
                    <a:pt x="30353" y="33909"/>
                    <a:pt x="28321" y="35306"/>
                    <a:pt x="26035" y="36195"/>
                  </a:cubicBezTo>
                  <a:lnTo>
                    <a:pt x="24130" y="31496"/>
                  </a:lnTo>
                  <a:lnTo>
                    <a:pt x="26035" y="36195"/>
                  </a:lnTo>
                  <a:cubicBezTo>
                    <a:pt x="23749" y="37211"/>
                    <a:pt x="21336" y="37592"/>
                    <a:pt x="18796" y="37592"/>
                  </a:cubicBezTo>
                  <a:lnTo>
                    <a:pt x="18796" y="32512"/>
                  </a:lnTo>
                  <a:lnTo>
                    <a:pt x="18796" y="37592"/>
                  </a:lnTo>
                  <a:cubicBezTo>
                    <a:pt x="16256" y="37592"/>
                    <a:pt x="13843" y="37084"/>
                    <a:pt x="11557" y="36195"/>
                  </a:cubicBezTo>
                  <a:lnTo>
                    <a:pt x="13462" y="31496"/>
                  </a:lnTo>
                  <a:lnTo>
                    <a:pt x="11557" y="36195"/>
                  </a:lnTo>
                  <a:cubicBezTo>
                    <a:pt x="9271" y="35179"/>
                    <a:pt x="7239" y="33909"/>
                    <a:pt x="5461" y="32131"/>
                  </a:cubicBezTo>
                  <a:lnTo>
                    <a:pt x="9017" y="28575"/>
                  </a:lnTo>
                  <a:lnTo>
                    <a:pt x="5461" y="32131"/>
                  </a:lnTo>
                  <a:cubicBezTo>
                    <a:pt x="3683" y="30353"/>
                    <a:pt x="2286" y="28321"/>
                    <a:pt x="1397" y="26035"/>
                  </a:cubicBezTo>
                  <a:lnTo>
                    <a:pt x="6096" y="24130"/>
                  </a:lnTo>
                  <a:lnTo>
                    <a:pt x="1397" y="26035"/>
                  </a:lnTo>
                  <a:cubicBezTo>
                    <a:pt x="381" y="23749"/>
                    <a:pt x="0" y="21336"/>
                    <a:pt x="0" y="18796"/>
                  </a:cubicBezTo>
                  <a:lnTo>
                    <a:pt x="5080" y="18796"/>
                  </a:lnTo>
                  <a:lnTo>
                    <a:pt x="0" y="18796"/>
                  </a:lnTo>
                  <a:cubicBezTo>
                    <a:pt x="0" y="16256"/>
                    <a:pt x="508" y="13843"/>
                    <a:pt x="1397" y="11557"/>
                  </a:cubicBezTo>
                  <a:lnTo>
                    <a:pt x="6096" y="13462"/>
                  </a:lnTo>
                  <a:lnTo>
                    <a:pt x="1397" y="11557"/>
                  </a:lnTo>
                  <a:cubicBezTo>
                    <a:pt x="2413" y="9271"/>
                    <a:pt x="3683" y="7239"/>
                    <a:pt x="5461" y="5461"/>
                  </a:cubicBezTo>
                  <a:lnTo>
                    <a:pt x="9017" y="9017"/>
                  </a:lnTo>
                  <a:lnTo>
                    <a:pt x="5461" y="5461"/>
                  </a:lnTo>
                  <a:cubicBezTo>
                    <a:pt x="7239" y="3683"/>
                    <a:pt x="9271" y="2286"/>
                    <a:pt x="11557" y="1397"/>
                  </a:cubicBezTo>
                  <a:lnTo>
                    <a:pt x="13462" y="6096"/>
                  </a:lnTo>
                  <a:lnTo>
                    <a:pt x="11557" y="1397"/>
                  </a:lnTo>
                  <a:cubicBezTo>
                    <a:pt x="13843" y="381"/>
                    <a:pt x="16256" y="0"/>
                    <a:pt x="18796" y="0"/>
                  </a:cubicBezTo>
                  <a:lnTo>
                    <a:pt x="18796" y="5080"/>
                  </a:lnTo>
                  <a:lnTo>
                    <a:pt x="18796" y="0"/>
                  </a:lnTo>
                  <a:cubicBezTo>
                    <a:pt x="21336" y="0"/>
                    <a:pt x="23749" y="508"/>
                    <a:pt x="26035" y="1397"/>
                  </a:cubicBezTo>
                  <a:lnTo>
                    <a:pt x="24130" y="6096"/>
                  </a:lnTo>
                  <a:lnTo>
                    <a:pt x="26035" y="1397"/>
                  </a:lnTo>
                  <a:cubicBezTo>
                    <a:pt x="28321" y="2413"/>
                    <a:pt x="30353" y="3683"/>
                    <a:pt x="32131" y="5461"/>
                  </a:cubicBezTo>
                  <a:lnTo>
                    <a:pt x="28575" y="9017"/>
                  </a:lnTo>
                  <a:lnTo>
                    <a:pt x="32131" y="5461"/>
                  </a:lnTo>
                  <a:cubicBezTo>
                    <a:pt x="33909" y="7239"/>
                    <a:pt x="35306" y="9271"/>
                    <a:pt x="36195" y="11557"/>
                  </a:cubicBezTo>
                  <a:lnTo>
                    <a:pt x="31496" y="13462"/>
                  </a:lnTo>
                  <a:lnTo>
                    <a:pt x="36195" y="11557"/>
                  </a:lnTo>
                  <a:cubicBezTo>
                    <a:pt x="37211" y="13843"/>
                    <a:pt x="37592" y="16256"/>
                    <a:pt x="37592" y="18796"/>
                  </a:cubicBezTo>
                  <a:lnTo>
                    <a:pt x="32512" y="18796"/>
                  </a:lnTo>
                  <a:lnTo>
                    <a:pt x="37592" y="18796"/>
                  </a:lnTo>
                  <a:moveTo>
                    <a:pt x="27432" y="18796"/>
                  </a:moveTo>
                  <a:cubicBezTo>
                    <a:pt x="27432" y="17653"/>
                    <a:pt x="27178" y="16510"/>
                    <a:pt x="26797" y="15494"/>
                  </a:cubicBezTo>
                  <a:cubicBezTo>
                    <a:pt x="26416" y="14478"/>
                    <a:pt x="25781" y="13462"/>
                    <a:pt x="24892" y="12700"/>
                  </a:cubicBezTo>
                  <a:cubicBezTo>
                    <a:pt x="24130" y="11938"/>
                    <a:pt x="23114" y="11303"/>
                    <a:pt x="22098" y="10795"/>
                  </a:cubicBezTo>
                  <a:cubicBezTo>
                    <a:pt x="21082" y="10414"/>
                    <a:pt x="19939" y="10160"/>
                    <a:pt x="18796" y="10160"/>
                  </a:cubicBezTo>
                  <a:cubicBezTo>
                    <a:pt x="17653" y="10160"/>
                    <a:pt x="16510" y="10414"/>
                    <a:pt x="15494" y="10795"/>
                  </a:cubicBezTo>
                  <a:cubicBezTo>
                    <a:pt x="14478" y="11176"/>
                    <a:pt x="13462" y="11811"/>
                    <a:pt x="12700" y="12700"/>
                  </a:cubicBezTo>
                  <a:cubicBezTo>
                    <a:pt x="11938" y="13462"/>
                    <a:pt x="11303" y="14478"/>
                    <a:pt x="10795" y="15494"/>
                  </a:cubicBezTo>
                  <a:cubicBezTo>
                    <a:pt x="10414" y="16510"/>
                    <a:pt x="10160" y="17653"/>
                    <a:pt x="10160" y="18796"/>
                  </a:cubicBezTo>
                  <a:cubicBezTo>
                    <a:pt x="10160" y="19939"/>
                    <a:pt x="10414" y="21082"/>
                    <a:pt x="10795" y="22098"/>
                  </a:cubicBezTo>
                  <a:cubicBezTo>
                    <a:pt x="11176" y="23114"/>
                    <a:pt x="11811" y="24130"/>
                    <a:pt x="12700" y="24892"/>
                  </a:cubicBezTo>
                  <a:cubicBezTo>
                    <a:pt x="13462" y="25654"/>
                    <a:pt x="14478" y="26289"/>
                    <a:pt x="15494" y="26797"/>
                  </a:cubicBezTo>
                  <a:cubicBezTo>
                    <a:pt x="16510" y="27305"/>
                    <a:pt x="17653" y="27432"/>
                    <a:pt x="18796" y="27432"/>
                  </a:cubicBezTo>
                  <a:cubicBezTo>
                    <a:pt x="19939" y="27432"/>
                    <a:pt x="21082" y="27178"/>
                    <a:pt x="22098" y="26797"/>
                  </a:cubicBezTo>
                  <a:cubicBezTo>
                    <a:pt x="23114" y="26416"/>
                    <a:pt x="24130" y="25781"/>
                    <a:pt x="24892" y="24892"/>
                  </a:cubicBezTo>
                  <a:cubicBezTo>
                    <a:pt x="25654" y="24130"/>
                    <a:pt x="26289" y="23114"/>
                    <a:pt x="26797" y="22098"/>
                  </a:cubicBezTo>
                  <a:cubicBezTo>
                    <a:pt x="27178" y="21082"/>
                    <a:pt x="27432" y="19939"/>
                    <a:pt x="27432" y="1879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535397" y="571211"/>
              <a:ext cx="10610" cy="10737"/>
            </a:xfrm>
            <a:custGeom>
              <a:avLst/>
              <a:gdLst/>
              <a:ahLst/>
              <a:cxnLst/>
              <a:rect r="r" b="b" t="t" l="l"/>
              <a:pathLst>
                <a:path h="10737" w="10610">
                  <a:moveTo>
                    <a:pt x="1178" y="2448"/>
                  </a:moveTo>
                  <a:lnTo>
                    <a:pt x="1686" y="1813"/>
                  </a:lnTo>
                  <a:cubicBezTo>
                    <a:pt x="3464" y="-346"/>
                    <a:pt x="6639" y="-600"/>
                    <a:pt x="8798" y="1178"/>
                  </a:cubicBezTo>
                  <a:cubicBezTo>
                    <a:pt x="10957" y="2956"/>
                    <a:pt x="11211" y="6131"/>
                    <a:pt x="9433" y="8290"/>
                  </a:cubicBezTo>
                  <a:lnTo>
                    <a:pt x="8925" y="8925"/>
                  </a:lnTo>
                  <a:cubicBezTo>
                    <a:pt x="7147" y="11084"/>
                    <a:pt x="3972" y="11338"/>
                    <a:pt x="1813" y="9560"/>
                  </a:cubicBezTo>
                  <a:cubicBezTo>
                    <a:pt x="-346" y="7782"/>
                    <a:pt x="-600" y="4607"/>
                    <a:pt x="1178" y="244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522017" y="544703"/>
              <a:ext cx="58770" cy="20512"/>
            </a:xfrm>
            <a:custGeom>
              <a:avLst/>
              <a:gdLst/>
              <a:ahLst/>
              <a:cxnLst/>
              <a:rect r="r" b="b" t="t" l="l"/>
              <a:pathLst>
                <a:path h="20512" w="58770">
                  <a:moveTo>
                    <a:pt x="1604" y="11430"/>
                  </a:moveTo>
                  <a:cubicBezTo>
                    <a:pt x="5287" y="7747"/>
                    <a:pt x="9605" y="4953"/>
                    <a:pt x="14431" y="2921"/>
                  </a:cubicBezTo>
                  <a:lnTo>
                    <a:pt x="16336" y="7620"/>
                  </a:lnTo>
                  <a:lnTo>
                    <a:pt x="14431" y="2921"/>
                  </a:lnTo>
                  <a:cubicBezTo>
                    <a:pt x="19257" y="1016"/>
                    <a:pt x="24337" y="0"/>
                    <a:pt x="29544" y="0"/>
                  </a:cubicBezTo>
                  <a:cubicBezTo>
                    <a:pt x="34751" y="0"/>
                    <a:pt x="39831" y="1143"/>
                    <a:pt x="44657" y="3175"/>
                  </a:cubicBezTo>
                  <a:lnTo>
                    <a:pt x="42625" y="7874"/>
                  </a:lnTo>
                  <a:lnTo>
                    <a:pt x="44657" y="3175"/>
                  </a:lnTo>
                  <a:cubicBezTo>
                    <a:pt x="49483" y="5207"/>
                    <a:pt x="53674" y="8128"/>
                    <a:pt x="57357" y="11811"/>
                  </a:cubicBezTo>
                  <a:cubicBezTo>
                    <a:pt x="59262" y="13843"/>
                    <a:pt x="59262" y="17018"/>
                    <a:pt x="57230" y="19050"/>
                  </a:cubicBezTo>
                  <a:cubicBezTo>
                    <a:pt x="55198" y="21082"/>
                    <a:pt x="52023" y="20955"/>
                    <a:pt x="49991" y="18923"/>
                  </a:cubicBezTo>
                  <a:cubicBezTo>
                    <a:pt x="47324" y="16129"/>
                    <a:pt x="44149" y="13970"/>
                    <a:pt x="40593" y="12446"/>
                  </a:cubicBezTo>
                  <a:cubicBezTo>
                    <a:pt x="37037" y="10922"/>
                    <a:pt x="33354" y="10160"/>
                    <a:pt x="29417" y="10160"/>
                  </a:cubicBezTo>
                  <a:lnTo>
                    <a:pt x="29417" y="5080"/>
                  </a:lnTo>
                  <a:lnTo>
                    <a:pt x="29417" y="10160"/>
                  </a:lnTo>
                  <a:cubicBezTo>
                    <a:pt x="25480" y="10160"/>
                    <a:pt x="21797" y="10795"/>
                    <a:pt x="18241" y="12319"/>
                  </a:cubicBezTo>
                  <a:cubicBezTo>
                    <a:pt x="14685" y="13843"/>
                    <a:pt x="11510" y="15875"/>
                    <a:pt x="8716" y="18542"/>
                  </a:cubicBezTo>
                  <a:cubicBezTo>
                    <a:pt x="6684" y="20574"/>
                    <a:pt x="3509" y="20447"/>
                    <a:pt x="1477" y="18542"/>
                  </a:cubicBezTo>
                  <a:cubicBezTo>
                    <a:pt x="-555" y="16637"/>
                    <a:pt x="-428" y="13335"/>
                    <a:pt x="1477" y="1130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455803" y="531876"/>
              <a:ext cx="35306" cy="35306"/>
            </a:xfrm>
            <a:custGeom>
              <a:avLst/>
              <a:gdLst/>
              <a:ahLst/>
              <a:cxnLst/>
              <a:rect r="r" b="b" t="t" l="l"/>
              <a:pathLst>
                <a:path h="35306" w="35306">
                  <a:moveTo>
                    <a:pt x="1524" y="26543"/>
                  </a:moveTo>
                  <a:lnTo>
                    <a:pt x="26543" y="1524"/>
                  </a:lnTo>
                  <a:cubicBezTo>
                    <a:pt x="28575" y="-508"/>
                    <a:pt x="31750" y="-508"/>
                    <a:pt x="33782" y="1524"/>
                  </a:cubicBezTo>
                  <a:cubicBezTo>
                    <a:pt x="35814" y="3556"/>
                    <a:pt x="35814" y="6731"/>
                    <a:pt x="33782" y="8763"/>
                  </a:cubicBezTo>
                  <a:lnTo>
                    <a:pt x="8763" y="33782"/>
                  </a:lnTo>
                  <a:cubicBezTo>
                    <a:pt x="6731" y="35814"/>
                    <a:pt x="3556" y="35814"/>
                    <a:pt x="1524" y="33782"/>
                  </a:cubicBezTo>
                  <a:cubicBezTo>
                    <a:pt x="-508" y="31750"/>
                    <a:pt x="-508" y="28575"/>
                    <a:pt x="1524" y="2654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447737" y="373491"/>
              <a:ext cx="52200" cy="51341"/>
            </a:xfrm>
            <a:custGeom>
              <a:avLst/>
              <a:gdLst/>
              <a:ahLst/>
              <a:cxnLst/>
              <a:rect r="r" b="b" t="t" l="l"/>
              <a:pathLst>
                <a:path h="51341" w="52200">
                  <a:moveTo>
                    <a:pt x="1589" y="42561"/>
                  </a:moveTo>
                  <a:lnTo>
                    <a:pt x="43499" y="1413"/>
                  </a:lnTo>
                  <a:cubicBezTo>
                    <a:pt x="45531" y="-492"/>
                    <a:pt x="48706" y="-492"/>
                    <a:pt x="50738" y="1540"/>
                  </a:cubicBezTo>
                  <a:cubicBezTo>
                    <a:pt x="52770" y="3572"/>
                    <a:pt x="52643" y="6747"/>
                    <a:pt x="50611" y="8779"/>
                  </a:cubicBezTo>
                  <a:lnTo>
                    <a:pt x="8701" y="49927"/>
                  </a:lnTo>
                  <a:cubicBezTo>
                    <a:pt x="6669" y="51832"/>
                    <a:pt x="3494" y="51832"/>
                    <a:pt x="1462" y="49800"/>
                  </a:cubicBezTo>
                  <a:cubicBezTo>
                    <a:pt x="-570" y="47768"/>
                    <a:pt x="-443" y="44593"/>
                    <a:pt x="1589" y="4256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489759" y="363134"/>
              <a:ext cx="94949" cy="99298"/>
            </a:xfrm>
            <a:custGeom>
              <a:avLst/>
              <a:gdLst/>
              <a:ahLst/>
              <a:cxnLst/>
              <a:rect r="r" b="b" t="t" l="l"/>
              <a:pathLst>
                <a:path h="99298" w="94949">
                  <a:moveTo>
                    <a:pt x="1985" y="11135"/>
                  </a:moveTo>
                  <a:cubicBezTo>
                    <a:pt x="7827" y="6944"/>
                    <a:pt x="14304" y="3896"/>
                    <a:pt x="21289" y="1991"/>
                  </a:cubicBezTo>
                  <a:lnTo>
                    <a:pt x="22559" y="6944"/>
                  </a:lnTo>
                  <a:lnTo>
                    <a:pt x="21289" y="1991"/>
                  </a:lnTo>
                  <a:cubicBezTo>
                    <a:pt x="28274" y="86"/>
                    <a:pt x="35386" y="-422"/>
                    <a:pt x="42498" y="340"/>
                  </a:cubicBezTo>
                  <a:lnTo>
                    <a:pt x="41990" y="5420"/>
                  </a:lnTo>
                  <a:lnTo>
                    <a:pt x="42498" y="340"/>
                  </a:lnTo>
                  <a:cubicBezTo>
                    <a:pt x="49737" y="1102"/>
                    <a:pt x="56468" y="3134"/>
                    <a:pt x="62945" y="6436"/>
                  </a:cubicBezTo>
                  <a:lnTo>
                    <a:pt x="60659" y="11008"/>
                  </a:lnTo>
                  <a:lnTo>
                    <a:pt x="62945" y="6436"/>
                  </a:lnTo>
                  <a:cubicBezTo>
                    <a:pt x="69422" y="9738"/>
                    <a:pt x="75010" y="14056"/>
                    <a:pt x="79836" y="19390"/>
                  </a:cubicBezTo>
                  <a:lnTo>
                    <a:pt x="76026" y="22819"/>
                  </a:lnTo>
                  <a:lnTo>
                    <a:pt x="79836" y="19390"/>
                  </a:lnTo>
                  <a:cubicBezTo>
                    <a:pt x="84662" y="24724"/>
                    <a:pt x="88345" y="30820"/>
                    <a:pt x="91012" y="37551"/>
                  </a:cubicBezTo>
                  <a:lnTo>
                    <a:pt x="86313" y="39329"/>
                  </a:lnTo>
                  <a:lnTo>
                    <a:pt x="91012" y="37551"/>
                  </a:lnTo>
                  <a:cubicBezTo>
                    <a:pt x="93552" y="44282"/>
                    <a:pt x="94949" y="51267"/>
                    <a:pt x="94949" y="58506"/>
                  </a:cubicBezTo>
                  <a:lnTo>
                    <a:pt x="89869" y="58506"/>
                  </a:lnTo>
                  <a:lnTo>
                    <a:pt x="94949" y="58506"/>
                  </a:lnTo>
                  <a:cubicBezTo>
                    <a:pt x="94949" y="65745"/>
                    <a:pt x="93679" y="72730"/>
                    <a:pt x="91139" y="79461"/>
                  </a:cubicBezTo>
                  <a:lnTo>
                    <a:pt x="86440" y="77683"/>
                  </a:lnTo>
                  <a:lnTo>
                    <a:pt x="91139" y="79461"/>
                  </a:lnTo>
                  <a:cubicBezTo>
                    <a:pt x="88599" y="86192"/>
                    <a:pt x="84789" y="92288"/>
                    <a:pt x="79963" y="97622"/>
                  </a:cubicBezTo>
                  <a:cubicBezTo>
                    <a:pt x="78058" y="99654"/>
                    <a:pt x="74883" y="99908"/>
                    <a:pt x="72724" y="98003"/>
                  </a:cubicBezTo>
                  <a:cubicBezTo>
                    <a:pt x="70565" y="96098"/>
                    <a:pt x="70438" y="92923"/>
                    <a:pt x="72343" y="90764"/>
                  </a:cubicBezTo>
                  <a:cubicBezTo>
                    <a:pt x="76280" y="86319"/>
                    <a:pt x="79455" y="81366"/>
                    <a:pt x="81487" y="75778"/>
                  </a:cubicBezTo>
                  <a:cubicBezTo>
                    <a:pt x="83646" y="70190"/>
                    <a:pt x="84662" y="64475"/>
                    <a:pt x="84662" y="58506"/>
                  </a:cubicBezTo>
                  <a:cubicBezTo>
                    <a:pt x="84662" y="52537"/>
                    <a:pt x="83646" y="46822"/>
                    <a:pt x="81487" y="41234"/>
                  </a:cubicBezTo>
                  <a:cubicBezTo>
                    <a:pt x="79328" y="35646"/>
                    <a:pt x="76280" y="30693"/>
                    <a:pt x="72343" y="26248"/>
                  </a:cubicBezTo>
                  <a:cubicBezTo>
                    <a:pt x="68406" y="21803"/>
                    <a:pt x="63707" y="18247"/>
                    <a:pt x="58373" y="15453"/>
                  </a:cubicBezTo>
                  <a:cubicBezTo>
                    <a:pt x="53039" y="12786"/>
                    <a:pt x="47451" y="11008"/>
                    <a:pt x="41482" y="10373"/>
                  </a:cubicBezTo>
                  <a:cubicBezTo>
                    <a:pt x="35513" y="9738"/>
                    <a:pt x="29671" y="10119"/>
                    <a:pt x="23956" y="11643"/>
                  </a:cubicBezTo>
                  <a:cubicBezTo>
                    <a:pt x="18114" y="13167"/>
                    <a:pt x="12907" y="15707"/>
                    <a:pt x="8081" y="19136"/>
                  </a:cubicBezTo>
                  <a:cubicBezTo>
                    <a:pt x="5795" y="20787"/>
                    <a:pt x="2620" y="20279"/>
                    <a:pt x="969" y="17993"/>
                  </a:cubicBezTo>
                  <a:cubicBezTo>
                    <a:pt x="-682" y="15707"/>
                    <a:pt x="-174" y="12532"/>
                    <a:pt x="2112" y="1088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531495" y="452374"/>
              <a:ext cx="39370" cy="39497"/>
            </a:xfrm>
            <a:custGeom>
              <a:avLst/>
              <a:gdLst/>
              <a:ahLst/>
              <a:cxnLst/>
              <a:rect r="r" b="b" t="t" l="l"/>
              <a:pathLst>
                <a:path h="39497" w="39370">
                  <a:moveTo>
                    <a:pt x="37846" y="8763"/>
                  </a:moveTo>
                  <a:lnTo>
                    <a:pt x="8763" y="37973"/>
                  </a:lnTo>
                  <a:cubicBezTo>
                    <a:pt x="6731" y="40005"/>
                    <a:pt x="3556" y="40005"/>
                    <a:pt x="1524" y="37973"/>
                  </a:cubicBezTo>
                  <a:cubicBezTo>
                    <a:pt x="-508" y="35941"/>
                    <a:pt x="-508" y="32766"/>
                    <a:pt x="1524" y="30734"/>
                  </a:cubicBezTo>
                  <a:lnTo>
                    <a:pt x="30607" y="1524"/>
                  </a:lnTo>
                  <a:cubicBezTo>
                    <a:pt x="32639" y="-508"/>
                    <a:pt x="35814" y="-508"/>
                    <a:pt x="37846" y="1524"/>
                  </a:cubicBezTo>
                  <a:cubicBezTo>
                    <a:pt x="39878" y="3556"/>
                    <a:pt x="39878" y="6731"/>
                    <a:pt x="37846" y="876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550282" y="495284"/>
              <a:ext cx="39515" cy="17558"/>
            </a:xfrm>
            <a:custGeom>
              <a:avLst/>
              <a:gdLst/>
              <a:ahLst/>
              <a:cxnLst/>
              <a:rect r="r" b="b" t="t" l="l"/>
              <a:pathLst>
                <a:path h="17558" w="39515">
                  <a:moveTo>
                    <a:pt x="6359" y="143"/>
                  </a:moveTo>
                  <a:lnTo>
                    <a:pt x="35696" y="7509"/>
                  </a:lnTo>
                  <a:cubicBezTo>
                    <a:pt x="38363" y="8144"/>
                    <a:pt x="40014" y="10938"/>
                    <a:pt x="39379" y="13732"/>
                  </a:cubicBezTo>
                  <a:cubicBezTo>
                    <a:pt x="38744" y="16526"/>
                    <a:pt x="35950" y="18050"/>
                    <a:pt x="33156" y="17415"/>
                  </a:cubicBezTo>
                  <a:lnTo>
                    <a:pt x="3819" y="10049"/>
                  </a:lnTo>
                  <a:cubicBezTo>
                    <a:pt x="1152" y="9414"/>
                    <a:pt x="-499" y="6620"/>
                    <a:pt x="136" y="3826"/>
                  </a:cubicBezTo>
                  <a:cubicBezTo>
                    <a:pt x="771" y="1032"/>
                    <a:pt x="3565" y="-492"/>
                    <a:pt x="6359" y="14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579438" y="502603"/>
              <a:ext cx="34877" cy="27433"/>
            </a:xfrm>
            <a:custGeom>
              <a:avLst/>
              <a:gdLst/>
              <a:ahLst/>
              <a:cxnLst/>
              <a:rect r="r" b="b" t="t" l="l"/>
              <a:pathLst>
                <a:path h="27433" w="34877">
                  <a:moveTo>
                    <a:pt x="7302" y="444"/>
                  </a:moveTo>
                  <a:cubicBezTo>
                    <a:pt x="17208" y="4889"/>
                    <a:pt x="25844" y="10985"/>
                    <a:pt x="33464" y="18732"/>
                  </a:cubicBezTo>
                  <a:cubicBezTo>
                    <a:pt x="35369" y="20764"/>
                    <a:pt x="35369" y="23939"/>
                    <a:pt x="33337" y="25971"/>
                  </a:cubicBezTo>
                  <a:cubicBezTo>
                    <a:pt x="31305" y="28003"/>
                    <a:pt x="28130" y="27876"/>
                    <a:pt x="26098" y="25844"/>
                  </a:cubicBezTo>
                  <a:cubicBezTo>
                    <a:pt x="19367" y="18986"/>
                    <a:pt x="11747" y="13652"/>
                    <a:pt x="2984" y="9715"/>
                  </a:cubicBezTo>
                  <a:cubicBezTo>
                    <a:pt x="444" y="8572"/>
                    <a:pt x="-699" y="5524"/>
                    <a:pt x="444" y="2984"/>
                  </a:cubicBezTo>
                  <a:cubicBezTo>
                    <a:pt x="1587" y="444"/>
                    <a:pt x="4635" y="-699"/>
                    <a:pt x="7175" y="44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972613" y="1050495"/>
            <a:ext cx="6073014" cy="943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5391" spc="53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Project Objectives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46514" y="7211965"/>
            <a:ext cx="7479223" cy="1551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3"/>
              </a:lnSpc>
            </a:pPr>
            <a:r>
              <a:rPr lang="en-US" sz="2695" spc="26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Normalization to 3NF</a:t>
            </a:r>
          </a:p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Apply normalization techniques to eliminate redundancy and ensure data integrity through 3rd Normal Form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46514" y="3852899"/>
            <a:ext cx="6940003" cy="151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2695" spc="26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Structured Database Design</a:t>
            </a:r>
          </a:p>
          <a:p>
            <a:pPr algn="l">
              <a:lnSpc>
                <a:spcPts val="3355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Create a well-organized schema with logical entity relationships and proper data organization principles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554852" y="3852899"/>
            <a:ext cx="7526745" cy="151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2695" spc="26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Entity Relationships</a:t>
            </a:r>
          </a:p>
          <a:p>
            <a:pPr algn="l">
              <a:lnSpc>
                <a:spcPts val="3355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Implement and validate relationships between all entities using appropriate cardinality and referential integrity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554852" y="7211965"/>
            <a:ext cx="6869078" cy="1551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3"/>
              </a:lnSpc>
            </a:pPr>
            <a:r>
              <a:rPr lang="en-US" sz="2695" spc="26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Complex SQL Queries</a:t>
            </a:r>
          </a:p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Develop advanced queries with JOINs, subqueries, aggregations, and conditional logic for data analysis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D3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1163" y="2251088"/>
            <a:ext cx="5467875" cy="650242"/>
            <a:chOff x="0" y="0"/>
            <a:chExt cx="3422650" cy="4070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5682" y="105268"/>
              <a:ext cx="66633" cy="15260"/>
            </a:xfrm>
            <a:custGeom>
              <a:avLst/>
              <a:gdLst/>
              <a:ahLst/>
              <a:cxnLst/>
              <a:rect r="r" b="b" t="t" l="l"/>
              <a:pathLst>
                <a:path h="15260" w="66633">
                  <a:moveTo>
                    <a:pt x="65039" y="7127"/>
                  </a:moveTo>
                  <a:cubicBezTo>
                    <a:pt x="61610" y="9540"/>
                    <a:pt x="59070" y="10683"/>
                    <a:pt x="55641" y="12080"/>
                  </a:cubicBezTo>
                  <a:cubicBezTo>
                    <a:pt x="55514" y="12080"/>
                    <a:pt x="55387" y="12207"/>
                    <a:pt x="55260" y="12207"/>
                  </a:cubicBezTo>
                  <a:cubicBezTo>
                    <a:pt x="51323" y="13477"/>
                    <a:pt x="47259" y="14239"/>
                    <a:pt x="42941" y="14874"/>
                  </a:cubicBezTo>
                  <a:cubicBezTo>
                    <a:pt x="42814" y="14874"/>
                    <a:pt x="42814" y="14874"/>
                    <a:pt x="42687" y="14874"/>
                  </a:cubicBezTo>
                  <a:cubicBezTo>
                    <a:pt x="38369" y="15255"/>
                    <a:pt x="33289" y="15382"/>
                    <a:pt x="27701" y="15128"/>
                  </a:cubicBezTo>
                  <a:cubicBezTo>
                    <a:pt x="27701" y="15128"/>
                    <a:pt x="27574" y="15128"/>
                    <a:pt x="27574" y="15128"/>
                  </a:cubicBezTo>
                  <a:cubicBezTo>
                    <a:pt x="23510" y="14747"/>
                    <a:pt x="18684" y="13985"/>
                    <a:pt x="15128" y="13223"/>
                  </a:cubicBezTo>
                  <a:cubicBezTo>
                    <a:pt x="15001" y="13223"/>
                    <a:pt x="15001" y="13223"/>
                    <a:pt x="14874" y="13096"/>
                  </a:cubicBezTo>
                  <a:cubicBezTo>
                    <a:pt x="11318" y="11953"/>
                    <a:pt x="7381" y="10302"/>
                    <a:pt x="5603" y="9540"/>
                  </a:cubicBezTo>
                  <a:cubicBezTo>
                    <a:pt x="5476" y="9413"/>
                    <a:pt x="5222" y="9413"/>
                    <a:pt x="5095" y="9286"/>
                  </a:cubicBezTo>
                  <a:lnTo>
                    <a:pt x="1666" y="7000"/>
                  </a:lnTo>
                  <a:cubicBezTo>
                    <a:pt x="-112" y="5857"/>
                    <a:pt x="-493" y="3444"/>
                    <a:pt x="650" y="1666"/>
                  </a:cubicBezTo>
                  <a:cubicBezTo>
                    <a:pt x="1793" y="-112"/>
                    <a:pt x="4206" y="-493"/>
                    <a:pt x="5984" y="650"/>
                  </a:cubicBezTo>
                  <a:lnTo>
                    <a:pt x="9413" y="2936"/>
                  </a:lnTo>
                  <a:lnTo>
                    <a:pt x="7254" y="6111"/>
                  </a:lnTo>
                  <a:lnTo>
                    <a:pt x="8905" y="2682"/>
                  </a:lnTo>
                  <a:cubicBezTo>
                    <a:pt x="10175" y="3317"/>
                    <a:pt x="13858" y="4841"/>
                    <a:pt x="17033" y="5857"/>
                  </a:cubicBezTo>
                  <a:lnTo>
                    <a:pt x="15890" y="9540"/>
                  </a:lnTo>
                  <a:lnTo>
                    <a:pt x="16779" y="5857"/>
                  </a:lnTo>
                  <a:cubicBezTo>
                    <a:pt x="20081" y="6619"/>
                    <a:pt x="24526" y="7254"/>
                    <a:pt x="28209" y="7635"/>
                  </a:cubicBezTo>
                  <a:lnTo>
                    <a:pt x="27828" y="11445"/>
                  </a:lnTo>
                  <a:lnTo>
                    <a:pt x="27955" y="7635"/>
                  </a:lnTo>
                  <a:cubicBezTo>
                    <a:pt x="33162" y="7889"/>
                    <a:pt x="37988" y="7635"/>
                    <a:pt x="41925" y="7381"/>
                  </a:cubicBezTo>
                  <a:lnTo>
                    <a:pt x="42179" y="11191"/>
                  </a:lnTo>
                  <a:lnTo>
                    <a:pt x="41671" y="7381"/>
                  </a:lnTo>
                  <a:cubicBezTo>
                    <a:pt x="45735" y="6746"/>
                    <a:pt x="49291" y="5984"/>
                    <a:pt x="52847" y="4968"/>
                  </a:cubicBezTo>
                  <a:lnTo>
                    <a:pt x="53990" y="8651"/>
                  </a:lnTo>
                  <a:lnTo>
                    <a:pt x="52593" y="5095"/>
                  </a:lnTo>
                  <a:cubicBezTo>
                    <a:pt x="55641" y="3825"/>
                    <a:pt x="57673" y="2809"/>
                    <a:pt x="60594" y="777"/>
                  </a:cubicBezTo>
                  <a:cubicBezTo>
                    <a:pt x="62372" y="-366"/>
                    <a:pt x="64658" y="15"/>
                    <a:pt x="65928" y="1793"/>
                  </a:cubicBezTo>
                  <a:cubicBezTo>
                    <a:pt x="67198" y="3571"/>
                    <a:pt x="66690" y="5857"/>
                    <a:pt x="64912" y="712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62814" y="79182"/>
              <a:ext cx="33411" cy="18990"/>
            </a:xfrm>
            <a:custGeom>
              <a:avLst/>
              <a:gdLst/>
              <a:ahLst/>
              <a:cxnLst/>
              <a:rect r="r" b="b" t="t" l="l"/>
              <a:pathLst>
                <a:path h="18990" w="33411">
                  <a:moveTo>
                    <a:pt x="31750" y="7178"/>
                  </a:moveTo>
                  <a:cubicBezTo>
                    <a:pt x="27305" y="9845"/>
                    <a:pt x="18288" y="13782"/>
                    <a:pt x="5207" y="18735"/>
                  </a:cubicBezTo>
                  <a:cubicBezTo>
                    <a:pt x="3302" y="19497"/>
                    <a:pt x="1016" y="18481"/>
                    <a:pt x="254" y="16576"/>
                  </a:cubicBezTo>
                  <a:cubicBezTo>
                    <a:pt x="-508" y="14671"/>
                    <a:pt x="508" y="12385"/>
                    <a:pt x="2413" y="11623"/>
                  </a:cubicBezTo>
                  <a:cubicBezTo>
                    <a:pt x="15621" y="6543"/>
                    <a:pt x="23876" y="2860"/>
                    <a:pt x="27686" y="574"/>
                  </a:cubicBezTo>
                  <a:cubicBezTo>
                    <a:pt x="29464" y="-569"/>
                    <a:pt x="31877" y="66"/>
                    <a:pt x="32893" y="1844"/>
                  </a:cubicBezTo>
                  <a:cubicBezTo>
                    <a:pt x="33909" y="3622"/>
                    <a:pt x="33401" y="6035"/>
                    <a:pt x="31623" y="705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02744" y="80787"/>
              <a:ext cx="51546" cy="23623"/>
            </a:xfrm>
            <a:custGeom>
              <a:avLst/>
              <a:gdLst/>
              <a:ahLst/>
              <a:cxnLst/>
              <a:rect r="r" b="b" t="t" l="l"/>
              <a:pathLst>
                <a:path h="23623" w="51546">
                  <a:moveTo>
                    <a:pt x="48640" y="23353"/>
                  </a:moveTo>
                  <a:cubicBezTo>
                    <a:pt x="46735" y="23861"/>
                    <a:pt x="45338" y="23607"/>
                    <a:pt x="43179" y="22972"/>
                  </a:cubicBezTo>
                  <a:cubicBezTo>
                    <a:pt x="43052" y="22972"/>
                    <a:pt x="42925" y="22845"/>
                    <a:pt x="42925" y="22845"/>
                  </a:cubicBezTo>
                  <a:cubicBezTo>
                    <a:pt x="31749" y="18527"/>
                    <a:pt x="24256" y="15606"/>
                    <a:pt x="18795" y="13447"/>
                  </a:cubicBezTo>
                  <a:cubicBezTo>
                    <a:pt x="15620" y="12177"/>
                    <a:pt x="13080" y="11161"/>
                    <a:pt x="10921" y="10399"/>
                  </a:cubicBezTo>
                  <a:cubicBezTo>
                    <a:pt x="7746" y="9129"/>
                    <a:pt x="5333" y="8240"/>
                    <a:pt x="2539" y="7351"/>
                  </a:cubicBezTo>
                  <a:cubicBezTo>
                    <a:pt x="507" y="6716"/>
                    <a:pt x="-509" y="4430"/>
                    <a:pt x="253" y="2525"/>
                  </a:cubicBezTo>
                  <a:cubicBezTo>
                    <a:pt x="1015" y="620"/>
                    <a:pt x="3174" y="-523"/>
                    <a:pt x="5079" y="239"/>
                  </a:cubicBezTo>
                  <a:cubicBezTo>
                    <a:pt x="7873" y="1255"/>
                    <a:pt x="10413" y="2144"/>
                    <a:pt x="13715" y="3414"/>
                  </a:cubicBezTo>
                  <a:cubicBezTo>
                    <a:pt x="15874" y="4303"/>
                    <a:pt x="18414" y="5192"/>
                    <a:pt x="21589" y="6462"/>
                  </a:cubicBezTo>
                  <a:cubicBezTo>
                    <a:pt x="27050" y="8621"/>
                    <a:pt x="34543" y="11542"/>
                    <a:pt x="45719" y="15860"/>
                  </a:cubicBezTo>
                  <a:lnTo>
                    <a:pt x="44322" y="19416"/>
                  </a:lnTo>
                  <a:lnTo>
                    <a:pt x="45338" y="15733"/>
                  </a:lnTo>
                  <a:cubicBezTo>
                    <a:pt x="46735" y="16114"/>
                    <a:pt x="46735" y="15987"/>
                    <a:pt x="46862" y="15987"/>
                  </a:cubicBezTo>
                  <a:cubicBezTo>
                    <a:pt x="48894" y="15479"/>
                    <a:pt x="50926" y="16749"/>
                    <a:pt x="51434" y="18781"/>
                  </a:cubicBezTo>
                  <a:cubicBezTo>
                    <a:pt x="51942" y="20813"/>
                    <a:pt x="50672" y="22845"/>
                    <a:pt x="48640" y="2335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70307" y="72247"/>
              <a:ext cx="26163" cy="14765"/>
            </a:xfrm>
            <a:custGeom>
              <a:avLst/>
              <a:gdLst/>
              <a:ahLst/>
              <a:cxnLst/>
              <a:rect r="r" b="b" t="t" l="l"/>
              <a:pathLst>
                <a:path h="14765" w="26163">
                  <a:moveTo>
                    <a:pt x="20955" y="14367"/>
                  </a:moveTo>
                  <a:lnTo>
                    <a:pt x="2413" y="7382"/>
                  </a:lnTo>
                  <a:cubicBezTo>
                    <a:pt x="508" y="6620"/>
                    <a:pt x="-508" y="4461"/>
                    <a:pt x="254" y="2429"/>
                  </a:cubicBezTo>
                  <a:cubicBezTo>
                    <a:pt x="1016" y="397"/>
                    <a:pt x="3175" y="-492"/>
                    <a:pt x="5207" y="270"/>
                  </a:cubicBezTo>
                  <a:lnTo>
                    <a:pt x="23749" y="7382"/>
                  </a:lnTo>
                  <a:cubicBezTo>
                    <a:pt x="25654" y="8144"/>
                    <a:pt x="26670" y="10303"/>
                    <a:pt x="25908" y="12335"/>
                  </a:cubicBezTo>
                  <a:cubicBezTo>
                    <a:pt x="25146" y="14367"/>
                    <a:pt x="22987" y="15256"/>
                    <a:pt x="20955" y="1449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5890" y="63478"/>
              <a:ext cx="18845" cy="10564"/>
            </a:xfrm>
            <a:custGeom>
              <a:avLst/>
              <a:gdLst/>
              <a:ahLst/>
              <a:cxnLst/>
              <a:rect r="r" b="b" t="t" l="l"/>
              <a:pathLst>
                <a:path h="10564" w="18845">
                  <a:moveTo>
                    <a:pt x="14224" y="7642"/>
                  </a:moveTo>
                  <a:cubicBezTo>
                    <a:pt x="14097" y="7642"/>
                    <a:pt x="13843" y="7134"/>
                    <a:pt x="5207" y="10309"/>
                  </a:cubicBezTo>
                  <a:cubicBezTo>
                    <a:pt x="3302" y="11071"/>
                    <a:pt x="1016" y="10055"/>
                    <a:pt x="254" y="8150"/>
                  </a:cubicBezTo>
                  <a:cubicBezTo>
                    <a:pt x="-508" y="6245"/>
                    <a:pt x="508" y="3959"/>
                    <a:pt x="2413" y="3197"/>
                  </a:cubicBezTo>
                  <a:cubicBezTo>
                    <a:pt x="10160" y="276"/>
                    <a:pt x="13208" y="-486"/>
                    <a:pt x="16129" y="276"/>
                  </a:cubicBezTo>
                  <a:cubicBezTo>
                    <a:pt x="18161" y="911"/>
                    <a:pt x="19304" y="2943"/>
                    <a:pt x="18669" y="4975"/>
                  </a:cubicBezTo>
                  <a:cubicBezTo>
                    <a:pt x="18034" y="7007"/>
                    <a:pt x="16002" y="8150"/>
                    <a:pt x="13970" y="7515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02935" y="77154"/>
              <a:ext cx="12824" cy="9395"/>
            </a:xfrm>
            <a:custGeom>
              <a:avLst/>
              <a:gdLst/>
              <a:ahLst/>
              <a:cxnLst/>
              <a:rect r="r" b="b" t="t" l="l"/>
              <a:pathLst>
                <a:path h="9395" w="12824">
                  <a:moveTo>
                    <a:pt x="10349" y="7301"/>
                  </a:moveTo>
                  <a:lnTo>
                    <a:pt x="5015" y="9206"/>
                  </a:lnTo>
                  <a:cubicBezTo>
                    <a:pt x="2983" y="9841"/>
                    <a:pt x="824" y="8825"/>
                    <a:pt x="189" y="6920"/>
                  </a:cubicBezTo>
                  <a:cubicBezTo>
                    <a:pt x="-446" y="5015"/>
                    <a:pt x="570" y="2729"/>
                    <a:pt x="2475" y="2094"/>
                  </a:cubicBezTo>
                  <a:lnTo>
                    <a:pt x="7809" y="189"/>
                  </a:lnTo>
                  <a:cubicBezTo>
                    <a:pt x="9841" y="-446"/>
                    <a:pt x="12000" y="570"/>
                    <a:pt x="12635" y="2475"/>
                  </a:cubicBezTo>
                  <a:cubicBezTo>
                    <a:pt x="13270" y="4380"/>
                    <a:pt x="12254" y="6666"/>
                    <a:pt x="10349" y="730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5033" y="184123"/>
              <a:ext cx="23082" cy="10382"/>
            </a:xfrm>
            <a:custGeom>
              <a:avLst/>
              <a:gdLst/>
              <a:ahLst/>
              <a:cxnLst/>
              <a:rect r="r" b="b" t="t" l="l"/>
              <a:pathLst>
                <a:path h="10382" w="23082">
                  <a:moveTo>
                    <a:pt x="19752" y="7647"/>
                  </a:moveTo>
                  <a:cubicBezTo>
                    <a:pt x="17593" y="7901"/>
                    <a:pt x="12640" y="8790"/>
                    <a:pt x="4512" y="10314"/>
                  </a:cubicBezTo>
                  <a:cubicBezTo>
                    <a:pt x="2480" y="10695"/>
                    <a:pt x="448" y="9425"/>
                    <a:pt x="67" y="7266"/>
                  </a:cubicBezTo>
                  <a:cubicBezTo>
                    <a:pt x="-314" y="5107"/>
                    <a:pt x="956" y="3202"/>
                    <a:pt x="3115" y="2821"/>
                  </a:cubicBezTo>
                  <a:cubicBezTo>
                    <a:pt x="11116" y="1297"/>
                    <a:pt x="16450" y="281"/>
                    <a:pt x="18863" y="27"/>
                  </a:cubicBezTo>
                  <a:cubicBezTo>
                    <a:pt x="20895" y="-227"/>
                    <a:pt x="22800" y="1297"/>
                    <a:pt x="23054" y="3329"/>
                  </a:cubicBezTo>
                  <a:cubicBezTo>
                    <a:pt x="23308" y="5361"/>
                    <a:pt x="21784" y="7266"/>
                    <a:pt x="19752" y="752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32271" y="188279"/>
              <a:ext cx="22803" cy="9722"/>
            </a:xfrm>
            <a:custGeom>
              <a:avLst/>
              <a:gdLst/>
              <a:ahLst/>
              <a:cxnLst/>
              <a:rect r="r" b="b" t="t" l="l"/>
              <a:pathLst>
                <a:path h="9722" w="22803">
                  <a:moveTo>
                    <a:pt x="18986" y="9714"/>
                  </a:moveTo>
                  <a:cubicBezTo>
                    <a:pt x="15430" y="9587"/>
                    <a:pt x="10096" y="8825"/>
                    <a:pt x="3111" y="7555"/>
                  </a:cubicBezTo>
                  <a:cubicBezTo>
                    <a:pt x="1079" y="7174"/>
                    <a:pt x="-318" y="5142"/>
                    <a:pt x="63" y="3110"/>
                  </a:cubicBezTo>
                  <a:cubicBezTo>
                    <a:pt x="444" y="1078"/>
                    <a:pt x="2476" y="-319"/>
                    <a:pt x="4508" y="62"/>
                  </a:cubicBezTo>
                  <a:cubicBezTo>
                    <a:pt x="11366" y="1332"/>
                    <a:pt x="16192" y="2094"/>
                    <a:pt x="19113" y="2094"/>
                  </a:cubicBezTo>
                  <a:cubicBezTo>
                    <a:pt x="21272" y="2094"/>
                    <a:pt x="22923" y="3872"/>
                    <a:pt x="22796" y="6031"/>
                  </a:cubicBezTo>
                  <a:cubicBezTo>
                    <a:pt x="22669" y="8190"/>
                    <a:pt x="21018" y="9841"/>
                    <a:pt x="18859" y="971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10304" y="184092"/>
              <a:ext cx="10023" cy="7991"/>
            </a:xfrm>
            <a:custGeom>
              <a:avLst/>
              <a:gdLst/>
              <a:ahLst/>
              <a:cxnLst/>
              <a:rect r="r" b="b" t="t" l="l"/>
              <a:pathLst>
                <a:path h="7991" w="10023">
                  <a:moveTo>
                    <a:pt x="5647" y="7932"/>
                  </a:moveTo>
                  <a:lnTo>
                    <a:pt x="3234" y="7551"/>
                  </a:lnTo>
                  <a:cubicBezTo>
                    <a:pt x="1202" y="7297"/>
                    <a:pt x="-322" y="5265"/>
                    <a:pt x="59" y="3233"/>
                  </a:cubicBezTo>
                  <a:cubicBezTo>
                    <a:pt x="440" y="1201"/>
                    <a:pt x="2345" y="-323"/>
                    <a:pt x="4377" y="58"/>
                  </a:cubicBezTo>
                  <a:lnTo>
                    <a:pt x="6790" y="439"/>
                  </a:lnTo>
                  <a:cubicBezTo>
                    <a:pt x="8822" y="693"/>
                    <a:pt x="10346" y="2725"/>
                    <a:pt x="9965" y="4757"/>
                  </a:cubicBezTo>
                  <a:cubicBezTo>
                    <a:pt x="9584" y="6789"/>
                    <a:pt x="7679" y="8313"/>
                    <a:pt x="5647" y="7932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4681" y="159739"/>
              <a:ext cx="45902" cy="41203"/>
            </a:xfrm>
            <a:custGeom>
              <a:avLst/>
              <a:gdLst/>
              <a:ahLst/>
              <a:cxnLst/>
              <a:rect r="r" b="b" t="t" l="l"/>
              <a:pathLst>
                <a:path h="41203" w="45902">
                  <a:moveTo>
                    <a:pt x="42573" y="7139"/>
                  </a:moveTo>
                  <a:cubicBezTo>
                    <a:pt x="40795" y="7393"/>
                    <a:pt x="38128" y="8028"/>
                    <a:pt x="31651" y="10187"/>
                  </a:cubicBezTo>
                  <a:lnTo>
                    <a:pt x="30508" y="6631"/>
                  </a:lnTo>
                  <a:lnTo>
                    <a:pt x="31905" y="10187"/>
                  </a:lnTo>
                  <a:cubicBezTo>
                    <a:pt x="27587" y="11838"/>
                    <a:pt x="24793" y="13235"/>
                    <a:pt x="22634" y="14505"/>
                  </a:cubicBezTo>
                  <a:lnTo>
                    <a:pt x="20729" y="11203"/>
                  </a:lnTo>
                  <a:lnTo>
                    <a:pt x="22888" y="14378"/>
                  </a:lnTo>
                  <a:cubicBezTo>
                    <a:pt x="20221" y="16156"/>
                    <a:pt x="17554" y="18315"/>
                    <a:pt x="15268" y="20474"/>
                  </a:cubicBezTo>
                  <a:lnTo>
                    <a:pt x="12728" y="17680"/>
                  </a:lnTo>
                  <a:lnTo>
                    <a:pt x="15522" y="20220"/>
                  </a:lnTo>
                  <a:cubicBezTo>
                    <a:pt x="13617" y="22379"/>
                    <a:pt x="11839" y="24792"/>
                    <a:pt x="10061" y="27713"/>
                  </a:cubicBezTo>
                  <a:lnTo>
                    <a:pt x="6759" y="25808"/>
                  </a:lnTo>
                  <a:lnTo>
                    <a:pt x="10188" y="27332"/>
                  </a:lnTo>
                  <a:cubicBezTo>
                    <a:pt x="9299" y="29491"/>
                    <a:pt x="8537" y="31523"/>
                    <a:pt x="7775" y="35079"/>
                  </a:cubicBezTo>
                  <a:lnTo>
                    <a:pt x="4092" y="34317"/>
                  </a:lnTo>
                  <a:lnTo>
                    <a:pt x="7902" y="34825"/>
                  </a:lnTo>
                  <a:lnTo>
                    <a:pt x="7521" y="37873"/>
                  </a:lnTo>
                  <a:cubicBezTo>
                    <a:pt x="7267" y="39905"/>
                    <a:pt x="5362" y="41429"/>
                    <a:pt x="3330" y="41175"/>
                  </a:cubicBezTo>
                  <a:cubicBezTo>
                    <a:pt x="1298" y="40921"/>
                    <a:pt x="-226" y="39016"/>
                    <a:pt x="28" y="36984"/>
                  </a:cubicBezTo>
                  <a:lnTo>
                    <a:pt x="409" y="33936"/>
                  </a:lnTo>
                  <a:cubicBezTo>
                    <a:pt x="409" y="33809"/>
                    <a:pt x="409" y="33682"/>
                    <a:pt x="409" y="33682"/>
                  </a:cubicBezTo>
                  <a:cubicBezTo>
                    <a:pt x="1171" y="29745"/>
                    <a:pt x="2060" y="27078"/>
                    <a:pt x="3203" y="24411"/>
                  </a:cubicBezTo>
                  <a:cubicBezTo>
                    <a:pt x="3203" y="24284"/>
                    <a:pt x="3330" y="24157"/>
                    <a:pt x="3457" y="24030"/>
                  </a:cubicBezTo>
                  <a:cubicBezTo>
                    <a:pt x="5489" y="20728"/>
                    <a:pt x="7521" y="17934"/>
                    <a:pt x="9680" y="15394"/>
                  </a:cubicBezTo>
                  <a:cubicBezTo>
                    <a:pt x="9807" y="15267"/>
                    <a:pt x="9807" y="15267"/>
                    <a:pt x="9934" y="15140"/>
                  </a:cubicBezTo>
                  <a:cubicBezTo>
                    <a:pt x="12474" y="12727"/>
                    <a:pt x="15522" y="10314"/>
                    <a:pt x="18570" y="8282"/>
                  </a:cubicBezTo>
                  <a:cubicBezTo>
                    <a:pt x="18697" y="8282"/>
                    <a:pt x="18697" y="8155"/>
                    <a:pt x="18824" y="8155"/>
                  </a:cubicBezTo>
                  <a:cubicBezTo>
                    <a:pt x="21364" y="6631"/>
                    <a:pt x="24539" y="5234"/>
                    <a:pt x="29111" y="3456"/>
                  </a:cubicBezTo>
                  <a:cubicBezTo>
                    <a:pt x="29238" y="3456"/>
                    <a:pt x="29238" y="3456"/>
                    <a:pt x="29365" y="3329"/>
                  </a:cubicBezTo>
                  <a:cubicBezTo>
                    <a:pt x="35842" y="1170"/>
                    <a:pt x="39144" y="281"/>
                    <a:pt x="41684" y="27"/>
                  </a:cubicBezTo>
                  <a:cubicBezTo>
                    <a:pt x="43716" y="-227"/>
                    <a:pt x="45621" y="1297"/>
                    <a:pt x="45875" y="3329"/>
                  </a:cubicBezTo>
                  <a:cubicBezTo>
                    <a:pt x="46129" y="5361"/>
                    <a:pt x="44605" y="7266"/>
                    <a:pt x="42573" y="752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0721" y="194564"/>
              <a:ext cx="33401" cy="31750"/>
            </a:xfrm>
            <a:custGeom>
              <a:avLst/>
              <a:gdLst/>
              <a:ahLst/>
              <a:cxnLst/>
              <a:rect r="r" b="b" t="t" l="l"/>
              <a:pathLst>
                <a:path h="31750" w="33401">
                  <a:moveTo>
                    <a:pt x="3683" y="24130"/>
                  </a:moveTo>
                  <a:cubicBezTo>
                    <a:pt x="24384" y="24003"/>
                    <a:pt x="25273" y="23495"/>
                    <a:pt x="25654" y="23241"/>
                  </a:cubicBezTo>
                  <a:lnTo>
                    <a:pt x="27305" y="26670"/>
                  </a:lnTo>
                  <a:lnTo>
                    <a:pt x="25019" y="23622"/>
                  </a:lnTo>
                  <a:cubicBezTo>
                    <a:pt x="25146" y="23495"/>
                    <a:pt x="25400" y="23368"/>
                    <a:pt x="25908" y="22352"/>
                  </a:cubicBezTo>
                  <a:lnTo>
                    <a:pt x="29337" y="24003"/>
                  </a:lnTo>
                  <a:lnTo>
                    <a:pt x="25527" y="23368"/>
                  </a:lnTo>
                  <a:cubicBezTo>
                    <a:pt x="25654" y="22225"/>
                    <a:pt x="25781" y="15875"/>
                    <a:pt x="25781" y="3810"/>
                  </a:cubicBezTo>
                  <a:cubicBezTo>
                    <a:pt x="25781" y="1651"/>
                    <a:pt x="27432" y="0"/>
                    <a:pt x="29591" y="0"/>
                  </a:cubicBezTo>
                  <a:cubicBezTo>
                    <a:pt x="31750" y="0"/>
                    <a:pt x="33401" y="1651"/>
                    <a:pt x="33401" y="3810"/>
                  </a:cubicBezTo>
                  <a:cubicBezTo>
                    <a:pt x="33401" y="15494"/>
                    <a:pt x="33401" y="22733"/>
                    <a:pt x="33147" y="24638"/>
                  </a:cubicBezTo>
                  <a:cubicBezTo>
                    <a:pt x="33147" y="24638"/>
                    <a:pt x="33147" y="24765"/>
                    <a:pt x="33147" y="24765"/>
                  </a:cubicBezTo>
                  <a:cubicBezTo>
                    <a:pt x="33147" y="25146"/>
                    <a:pt x="33020" y="25527"/>
                    <a:pt x="32766" y="25781"/>
                  </a:cubicBezTo>
                  <a:cubicBezTo>
                    <a:pt x="31877" y="27559"/>
                    <a:pt x="30988" y="28702"/>
                    <a:pt x="29718" y="29718"/>
                  </a:cubicBezTo>
                  <a:cubicBezTo>
                    <a:pt x="29464" y="29845"/>
                    <a:pt x="29337" y="29972"/>
                    <a:pt x="29083" y="30099"/>
                  </a:cubicBezTo>
                  <a:cubicBezTo>
                    <a:pt x="26670" y="31242"/>
                    <a:pt x="23368" y="31623"/>
                    <a:pt x="3810" y="31751"/>
                  </a:cubicBezTo>
                  <a:cubicBezTo>
                    <a:pt x="1651" y="31751"/>
                    <a:pt x="0" y="30099"/>
                    <a:pt x="0" y="27940"/>
                  </a:cubicBezTo>
                  <a:cubicBezTo>
                    <a:pt x="0" y="25781"/>
                    <a:pt x="1651" y="24130"/>
                    <a:pt x="3810" y="2413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3284" y="105476"/>
              <a:ext cx="10094" cy="30399"/>
            </a:xfrm>
            <a:custGeom>
              <a:avLst/>
              <a:gdLst/>
              <a:ahLst/>
              <a:cxnLst/>
              <a:rect r="r" b="b" t="t" l="l"/>
              <a:pathLst>
                <a:path h="30399" w="10094">
                  <a:moveTo>
                    <a:pt x="1397" y="27493"/>
                  </a:moveTo>
                  <a:cubicBezTo>
                    <a:pt x="762" y="24826"/>
                    <a:pt x="254" y="21905"/>
                    <a:pt x="0" y="16444"/>
                  </a:cubicBezTo>
                  <a:cubicBezTo>
                    <a:pt x="0" y="16190"/>
                    <a:pt x="0" y="16063"/>
                    <a:pt x="0" y="15809"/>
                  </a:cubicBezTo>
                  <a:cubicBezTo>
                    <a:pt x="762" y="8824"/>
                    <a:pt x="1270" y="6919"/>
                    <a:pt x="2667" y="2601"/>
                  </a:cubicBezTo>
                  <a:cubicBezTo>
                    <a:pt x="3302" y="569"/>
                    <a:pt x="5461" y="-447"/>
                    <a:pt x="7493" y="188"/>
                  </a:cubicBezTo>
                  <a:cubicBezTo>
                    <a:pt x="9525" y="823"/>
                    <a:pt x="10541" y="2982"/>
                    <a:pt x="9906" y="5014"/>
                  </a:cubicBezTo>
                  <a:cubicBezTo>
                    <a:pt x="8763" y="8570"/>
                    <a:pt x="8382" y="10094"/>
                    <a:pt x="7620" y="16698"/>
                  </a:cubicBezTo>
                  <a:lnTo>
                    <a:pt x="3810" y="16317"/>
                  </a:lnTo>
                  <a:lnTo>
                    <a:pt x="7620" y="16063"/>
                  </a:lnTo>
                  <a:cubicBezTo>
                    <a:pt x="7874" y="21270"/>
                    <a:pt x="8255" y="23683"/>
                    <a:pt x="8763" y="25715"/>
                  </a:cubicBezTo>
                  <a:cubicBezTo>
                    <a:pt x="9271" y="27747"/>
                    <a:pt x="8001" y="29779"/>
                    <a:pt x="5969" y="30287"/>
                  </a:cubicBezTo>
                  <a:cubicBezTo>
                    <a:pt x="3937" y="30795"/>
                    <a:pt x="1905" y="29525"/>
                    <a:pt x="1397" y="2749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84499" y="193160"/>
              <a:ext cx="13321" cy="33057"/>
            </a:xfrm>
            <a:custGeom>
              <a:avLst/>
              <a:gdLst/>
              <a:ahLst/>
              <a:cxnLst/>
              <a:rect r="r" b="b" t="t" l="l"/>
              <a:pathLst>
                <a:path h="33057" w="13321">
                  <a:moveTo>
                    <a:pt x="7703" y="3944"/>
                  </a:moveTo>
                  <a:cubicBezTo>
                    <a:pt x="7576" y="6484"/>
                    <a:pt x="7576" y="17025"/>
                    <a:pt x="7576" y="22487"/>
                  </a:cubicBezTo>
                  <a:lnTo>
                    <a:pt x="3766" y="22613"/>
                  </a:lnTo>
                  <a:lnTo>
                    <a:pt x="7576" y="22232"/>
                  </a:lnTo>
                  <a:cubicBezTo>
                    <a:pt x="7830" y="24772"/>
                    <a:pt x="8084" y="25280"/>
                    <a:pt x="8211" y="25534"/>
                  </a:cubicBezTo>
                  <a:lnTo>
                    <a:pt x="4782" y="27185"/>
                  </a:lnTo>
                  <a:lnTo>
                    <a:pt x="7576" y="24519"/>
                  </a:lnTo>
                  <a:cubicBezTo>
                    <a:pt x="7830" y="24772"/>
                    <a:pt x="8465" y="25280"/>
                    <a:pt x="10116" y="25534"/>
                  </a:cubicBezTo>
                  <a:cubicBezTo>
                    <a:pt x="12148" y="25915"/>
                    <a:pt x="13545" y="27820"/>
                    <a:pt x="13291" y="29853"/>
                  </a:cubicBezTo>
                  <a:cubicBezTo>
                    <a:pt x="13037" y="31884"/>
                    <a:pt x="11005" y="33281"/>
                    <a:pt x="8973" y="33028"/>
                  </a:cubicBezTo>
                  <a:cubicBezTo>
                    <a:pt x="6306" y="32519"/>
                    <a:pt x="3893" y="31630"/>
                    <a:pt x="2115" y="29725"/>
                  </a:cubicBezTo>
                  <a:cubicBezTo>
                    <a:pt x="1861" y="29471"/>
                    <a:pt x="1607" y="29090"/>
                    <a:pt x="1480" y="28837"/>
                  </a:cubicBezTo>
                  <a:cubicBezTo>
                    <a:pt x="718" y="27312"/>
                    <a:pt x="337" y="25662"/>
                    <a:pt x="83" y="22994"/>
                  </a:cubicBezTo>
                  <a:cubicBezTo>
                    <a:pt x="83" y="22867"/>
                    <a:pt x="83" y="22740"/>
                    <a:pt x="83" y="22613"/>
                  </a:cubicBezTo>
                  <a:cubicBezTo>
                    <a:pt x="-44" y="17279"/>
                    <a:pt x="-44" y="6357"/>
                    <a:pt x="210" y="3563"/>
                  </a:cubicBezTo>
                  <a:cubicBezTo>
                    <a:pt x="337" y="1404"/>
                    <a:pt x="2115" y="-120"/>
                    <a:pt x="4274" y="7"/>
                  </a:cubicBezTo>
                  <a:cubicBezTo>
                    <a:pt x="6433" y="134"/>
                    <a:pt x="7957" y="1912"/>
                    <a:pt x="7830" y="407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05530" y="218687"/>
              <a:ext cx="12334" cy="7889"/>
            </a:xfrm>
            <a:custGeom>
              <a:avLst/>
              <a:gdLst/>
              <a:ahLst/>
              <a:cxnLst/>
              <a:rect r="r" b="b" t="t" l="l"/>
              <a:pathLst>
                <a:path h="7889" w="12334">
                  <a:moveTo>
                    <a:pt x="4071" y="7"/>
                  </a:moveTo>
                  <a:lnTo>
                    <a:pt x="8770" y="261"/>
                  </a:lnTo>
                  <a:cubicBezTo>
                    <a:pt x="10929" y="388"/>
                    <a:pt x="12453" y="2166"/>
                    <a:pt x="12326" y="4325"/>
                  </a:cubicBezTo>
                  <a:cubicBezTo>
                    <a:pt x="12199" y="6484"/>
                    <a:pt x="10421" y="8008"/>
                    <a:pt x="8262" y="7882"/>
                  </a:cubicBezTo>
                  <a:lnTo>
                    <a:pt x="3563" y="7628"/>
                  </a:lnTo>
                  <a:cubicBezTo>
                    <a:pt x="1404" y="7500"/>
                    <a:pt x="-120" y="5722"/>
                    <a:pt x="7" y="3563"/>
                  </a:cubicBezTo>
                  <a:cubicBezTo>
                    <a:pt x="134" y="1404"/>
                    <a:pt x="1912" y="-120"/>
                    <a:pt x="4071" y="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67612" y="159485"/>
              <a:ext cx="46390" cy="42961"/>
            </a:xfrm>
            <a:custGeom>
              <a:avLst/>
              <a:gdLst/>
              <a:ahLst/>
              <a:cxnLst/>
              <a:rect r="r" b="b" t="t" l="l"/>
              <a:pathLst>
                <a:path h="42961" w="46390">
                  <a:moveTo>
                    <a:pt x="38763" y="39270"/>
                  </a:moveTo>
                  <a:cubicBezTo>
                    <a:pt x="38382" y="35460"/>
                    <a:pt x="38001" y="33047"/>
                    <a:pt x="36985" y="29872"/>
                  </a:cubicBezTo>
                  <a:lnTo>
                    <a:pt x="40668" y="28856"/>
                  </a:lnTo>
                  <a:lnTo>
                    <a:pt x="37112" y="30380"/>
                  </a:lnTo>
                  <a:cubicBezTo>
                    <a:pt x="36096" y="27967"/>
                    <a:pt x="34826" y="25554"/>
                    <a:pt x="33048" y="23014"/>
                  </a:cubicBezTo>
                  <a:lnTo>
                    <a:pt x="36223" y="20855"/>
                  </a:lnTo>
                  <a:lnTo>
                    <a:pt x="33302" y="23268"/>
                  </a:lnTo>
                  <a:cubicBezTo>
                    <a:pt x="31270" y="20855"/>
                    <a:pt x="29492" y="19077"/>
                    <a:pt x="26952" y="17045"/>
                  </a:cubicBezTo>
                  <a:lnTo>
                    <a:pt x="29365" y="14124"/>
                  </a:lnTo>
                  <a:lnTo>
                    <a:pt x="27206" y="17299"/>
                  </a:lnTo>
                  <a:cubicBezTo>
                    <a:pt x="24031" y="15013"/>
                    <a:pt x="20856" y="13235"/>
                    <a:pt x="18316" y="11965"/>
                  </a:cubicBezTo>
                  <a:lnTo>
                    <a:pt x="19967" y="8536"/>
                  </a:lnTo>
                  <a:lnTo>
                    <a:pt x="18570" y="12092"/>
                  </a:lnTo>
                  <a:cubicBezTo>
                    <a:pt x="13998" y="10314"/>
                    <a:pt x="8156" y="8409"/>
                    <a:pt x="5616" y="7774"/>
                  </a:cubicBezTo>
                  <a:lnTo>
                    <a:pt x="6505" y="4091"/>
                  </a:lnTo>
                  <a:lnTo>
                    <a:pt x="6124" y="7901"/>
                  </a:lnTo>
                  <a:lnTo>
                    <a:pt x="3330" y="7520"/>
                  </a:lnTo>
                  <a:cubicBezTo>
                    <a:pt x="1298" y="7266"/>
                    <a:pt x="-226" y="5361"/>
                    <a:pt x="28" y="3329"/>
                  </a:cubicBezTo>
                  <a:cubicBezTo>
                    <a:pt x="282" y="1297"/>
                    <a:pt x="2187" y="-227"/>
                    <a:pt x="4219" y="27"/>
                  </a:cubicBezTo>
                  <a:lnTo>
                    <a:pt x="7013" y="408"/>
                  </a:lnTo>
                  <a:cubicBezTo>
                    <a:pt x="7140" y="408"/>
                    <a:pt x="7394" y="408"/>
                    <a:pt x="7521" y="535"/>
                  </a:cubicBezTo>
                  <a:cubicBezTo>
                    <a:pt x="10442" y="1297"/>
                    <a:pt x="16665" y="3202"/>
                    <a:pt x="21364" y="5234"/>
                  </a:cubicBezTo>
                  <a:cubicBezTo>
                    <a:pt x="21491" y="5234"/>
                    <a:pt x="21491" y="5361"/>
                    <a:pt x="21618" y="5361"/>
                  </a:cubicBezTo>
                  <a:cubicBezTo>
                    <a:pt x="24539" y="6758"/>
                    <a:pt x="27968" y="8917"/>
                    <a:pt x="31524" y="11330"/>
                  </a:cubicBezTo>
                  <a:cubicBezTo>
                    <a:pt x="31651" y="11330"/>
                    <a:pt x="31651" y="11457"/>
                    <a:pt x="31778" y="11457"/>
                  </a:cubicBezTo>
                  <a:cubicBezTo>
                    <a:pt x="34699" y="13743"/>
                    <a:pt x="36858" y="15902"/>
                    <a:pt x="39144" y="18696"/>
                  </a:cubicBezTo>
                  <a:cubicBezTo>
                    <a:pt x="39271" y="18823"/>
                    <a:pt x="39271" y="18823"/>
                    <a:pt x="39398" y="18950"/>
                  </a:cubicBezTo>
                  <a:cubicBezTo>
                    <a:pt x="41430" y="21871"/>
                    <a:pt x="42954" y="24792"/>
                    <a:pt x="44224" y="27713"/>
                  </a:cubicBezTo>
                  <a:cubicBezTo>
                    <a:pt x="44224" y="27840"/>
                    <a:pt x="44351" y="27967"/>
                    <a:pt x="44351" y="28094"/>
                  </a:cubicBezTo>
                  <a:cubicBezTo>
                    <a:pt x="45367" y="31650"/>
                    <a:pt x="46002" y="34698"/>
                    <a:pt x="46383" y="38889"/>
                  </a:cubicBezTo>
                  <a:cubicBezTo>
                    <a:pt x="46510" y="40921"/>
                    <a:pt x="44986" y="42826"/>
                    <a:pt x="42954" y="42953"/>
                  </a:cubicBezTo>
                  <a:cubicBezTo>
                    <a:pt x="40922" y="43080"/>
                    <a:pt x="39017" y="41556"/>
                    <a:pt x="38890" y="3952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4632" y="105572"/>
              <a:ext cx="70545" cy="52972"/>
            </a:xfrm>
            <a:custGeom>
              <a:avLst/>
              <a:gdLst/>
              <a:ahLst/>
              <a:cxnLst/>
              <a:rect r="r" b="b" t="t" l="l"/>
              <a:pathLst>
                <a:path h="52972" w="70545">
                  <a:moveTo>
                    <a:pt x="67359" y="2124"/>
                  </a:moveTo>
                  <a:cubicBezTo>
                    <a:pt x="69391" y="6696"/>
                    <a:pt x="70534" y="11395"/>
                    <a:pt x="70534" y="16348"/>
                  </a:cubicBezTo>
                  <a:lnTo>
                    <a:pt x="66724" y="16475"/>
                  </a:lnTo>
                  <a:lnTo>
                    <a:pt x="70534" y="16348"/>
                  </a:lnTo>
                  <a:cubicBezTo>
                    <a:pt x="70661" y="21301"/>
                    <a:pt x="69772" y="26127"/>
                    <a:pt x="67867" y="30699"/>
                  </a:cubicBezTo>
                  <a:lnTo>
                    <a:pt x="64311" y="29302"/>
                  </a:lnTo>
                  <a:lnTo>
                    <a:pt x="67867" y="30699"/>
                  </a:lnTo>
                  <a:cubicBezTo>
                    <a:pt x="65962" y="35271"/>
                    <a:pt x="63168" y="39335"/>
                    <a:pt x="59612" y="42764"/>
                  </a:cubicBezTo>
                  <a:cubicBezTo>
                    <a:pt x="56056" y="46193"/>
                    <a:pt x="51865" y="48860"/>
                    <a:pt x="47293" y="50638"/>
                  </a:cubicBezTo>
                  <a:cubicBezTo>
                    <a:pt x="42594" y="52416"/>
                    <a:pt x="37768" y="53178"/>
                    <a:pt x="32815" y="52924"/>
                  </a:cubicBezTo>
                  <a:lnTo>
                    <a:pt x="32942" y="49114"/>
                  </a:lnTo>
                  <a:lnTo>
                    <a:pt x="32815" y="52924"/>
                  </a:lnTo>
                  <a:cubicBezTo>
                    <a:pt x="27862" y="52670"/>
                    <a:pt x="23163" y="51527"/>
                    <a:pt x="18718" y="49241"/>
                  </a:cubicBezTo>
                  <a:cubicBezTo>
                    <a:pt x="14273" y="47082"/>
                    <a:pt x="10336" y="44034"/>
                    <a:pt x="7161" y="40351"/>
                  </a:cubicBezTo>
                  <a:cubicBezTo>
                    <a:pt x="3986" y="36541"/>
                    <a:pt x="1573" y="32350"/>
                    <a:pt x="176" y="27524"/>
                  </a:cubicBezTo>
                  <a:cubicBezTo>
                    <a:pt x="-459" y="25492"/>
                    <a:pt x="684" y="23333"/>
                    <a:pt x="2716" y="22825"/>
                  </a:cubicBezTo>
                  <a:cubicBezTo>
                    <a:pt x="4748" y="22317"/>
                    <a:pt x="6907" y="23333"/>
                    <a:pt x="7415" y="25365"/>
                  </a:cubicBezTo>
                  <a:cubicBezTo>
                    <a:pt x="8558" y="29175"/>
                    <a:pt x="10463" y="32477"/>
                    <a:pt x="13003" y="35525"/>
                  </a:cubicBezTo>
                  <a:lnTo>
                    <a:pt x="10082" y="37938"/>
                  </a:lnTo>
                  <a:lnTo>
                    <a:pt x="13003" y="35525"/>
                  </a:lnTo>
                  <a:cubicBezTo>
                    <a:pt x="15543" y="38573"/>
                    <a:pt x="18591" y="40859"/>
                    <a:pt x="22147" y="42637"/>
                  </a:cubicBezTo>
                  <a:lnTo>
                    <a:pt x="20496" y="46066"/>
                  </a:lnTo>
                  <a:lnTo>
                    <a:pt x="22147" y="42637"/>
                  </a:lnTo>
                  <a:cubicBezTo>
                    <a:pt x="25703" y="44415"/>
                    <a:pt x="29386" y="45304"/>
                    <a:pt x="33323" y="45558"/>
                  </a:cubicBezTo>
                  <a:cubicBezTo>
                    <a:pt x="37260" y="45685"/>
                    <a:pt x="41070" y="45177"/>
                    <a:pt x="44753" y="43780"/>
                  </a:cubicBezTo>
                  <a:lnTo>
                    <a:pt x="46150" y="47336"/>
                  </a:lnTo>
                  <a:lnTo>
                    <a:pt x="44753" y="43780"/>
                  </a:lnTo>
                  <a:cubicBezTo>
                    <a:pt x="48436" y="42383"/>
                    <a:pt x="51611" y="40351"/>
                    <a:pt x="54532" y="37557"/>
                  </a:cubicBezTo>
                  <a:lnTo>
                    <a:pt x="57199" y="40224"/>
                  </a:lnTo>
                  <a:lnTo>
                    <a:pt x="54532" y="37557"/>
                  </a:lnTo>
                  <a:cubicBezTo>
                    <a:pt x="57326" y="34763"/>
                    <a:pt x="59485" y="31588"/>
                    <a:pt x="61009" y="28032"/>
                  </a:cubicBezTo>
                  <a:cubicBezTo>
                    <a:pt x="62533" y="24349"/>
                    <a:pt x="63168" y="20666"/>
                    <a:pt x="63168" y="16729"/>
                  </a:cubicBezTo>
                  <a:cubicBezTo>
                    <a:pt x="63041" y="12792"/>
                    <a:pt x="62279" y="9109"/>
                    <a:pt x="60628" y="5426"/>
                  </a:cubicBezTo>
                  <a:cubicBezTo>
                    <a:pt x="59739" y="3521"/>
                    <a:pt x="60628" y="1235"/>
                    <a:pt x="62533" y="346"/>
                  </a:cubicBezTo>
                  <a:cubicBezTo>
                    <a:pt x="64438" y="-543"/>
                    <a:pt x="66724" y="346"/>
                    <a:pt x="67613" y="225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74752" y="85979"/>
              <a:ext cx="7874" cy="27051"/>
            </a:xfrm>
            <a:custGeom>
              <a:avLst/>
              <a:gdLst/>
              <a:ahLst/>
              <a:cxnLst/>
              <a:rect r="r" b="b" t="t" l="l"/>
              <a:pathLst>
                <a:path h="27051" w="7874">
                  <a:moveTo>
                    <a:pt x="7874" y="3810"/>
                  </a:moveTo>
                  <a:lnTo>
                    <a:pt x="7620" y="23241"/>
                  </a:lnTo>
                  <a:cubicBezTo>
                    <a:pt x="7620" y="25400"/>
                    <a:pt x="5842" y="27051"/>
                    <a:pt x="3810" y="27051"/>
                  </a:cubicBezTo>
                  <a:cubicBezTo>
                    <a:pt x="1778" y="27051"/>
                    <a:pt x="0" y="25273"/>
                    <a:pt x="0" y="23241"/>
                  </a:cubicBezTo>
                  <a:lnTo>
                    <a:pt x="254" y="3810"/>
                  </a:lnTo>
                  <a:cubicBezTo>
                    <a:pt x="254" y="1651"/>
                    <a:pt x="2032" y="0"/>
                    <a:pt x="4064" y="0"/>
                  </a:cubicBezTo>
                  <a:cubicBezTo>
                    <a:pt x="6096" y="0"/>
                    <a:pt x="7874" y="1778"/>
                    <a:pt x="7874" y="381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5824" y="85852"/>
              <a:ext cx="7874" cy="27305"/>
            </a:xfrm>
            <a:custGeom>
              <a:avLst/>
              <a:gdLst/>
              <a:ahLst/>
              <a:cxnLst/>
              <a:rect r="r" b="b" t="t" l="l"/>
              <a:pathLst>
                <a:path h="27305" w="7874">
                  <a:moveTo>
                    <a:pt x="0" y="23368"/>
                  </a:moveTo>
                  <a:lnTo>
                    <a:pt x="254" y="3810"/>
                  </a:lnTo>
                  <a:cubicBezTo>
                    <a:pt x="254" y="1651"/>
                    <a:pt x="2032" y="0"/>
                    <a:pt x="4064" y="0"/>
                  </a:cubicBezTo>
                  <a:cubicBezTo>
                    <a:pt x="6096" y="0"/>
                    <a:pt x="7874" y="1778"/>
                    <a:pt x="7874" y="3810"/>
                  </a:cubicBezTo>
                  <a:lnTo>
                    <a:pt x="7620" y="23495"/>
                  </a:lnTo>
                  <a:cubicBezTo>
                    <a:pt x="7620" y="25654"/>
                    <a:pt x="5842" y="27305"/>
                    <a:pt x="3810" y="27305"/>
                  </a:cubicBezTo>
                  <a:cubicBezTo>
                    <a:pt x="1778" y="27305"/>
                    <a:pt x="0" y="25527"/>
                    <a:pt x="0" y="23495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90119" y="83312"/>
              <a:ext cx="7620" cy="34925"/>
            </a:xfrm>
            <a:custGeom>
              <a:avLst/>
              <a:gdLst/>
              <a:ahLst/>
              <a:cxnLst/>
              <a:rect r="r" b="b" t="t" l="l"/>
              <a:pathLst>
                <a:path h="34925" w="7620">
                  <a:moveTo>
                    <a:pt x="0" y="31115"/>
                  </a:move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lnTo>
                    <a:pt x="7620" y="31115"/>
                  </a:lnTo>
                  <a:cubicBezTo>
                    <a:pt x="7620" y="33274"/>
                    <a:pt x="5969" y="34925"/>
                    <a:pt x="3810" y="34925"/>
                  </a:cubicBezTo>
                  <a:cubicBezTo>
                    <a:pt x="1651" y="34925"/>
                    <a:pt x="0" y="33274"/>
                    <a:pt x="0" y="31115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88800" y="79326"/>
              <a:ext cx="8862" cy="11656"/>
            </a:xfrm>
            <a:custGeom>
              <a:avLst/>
              <a:gdLst/>
              <a:ahLst/>
              <a:cxnLst/>
              <a:rect r="r" b="b" t="t" l="l"/>
              <a:pathLst>
                <a:path h="11656" w="8862">
                  <a:moveTo>
                    <a:pt x="1446" y="9066"/>
                  </a:moveTo>
                  <a:lnTo>
                    <a:pt x="176" y="5002"/>
                  </a:lnTo>
                  <a:cubicBezTo>
                    <a:pt x="-459" y="2970"/>
                    <a:pt x="684" y="811"/>
                    <a:pt x="2589" y="176"/>
                  </a:cubicBezTo>
                  <a:cubicBezTo>
                    <a:pt x="4494" y="-459"/>
                    <a:pt x="6780" y="684"/>
                    <a:pt x="7415" y="2589"/>
                  </a:cubicBezTo>
                  <a:lnTo>
                    <a:pt x="8685" y="6653"/>
                  </a:lnTo>
                  <a:cubicBezTo>
                    <a:pt x="9320" y="8685"/>
                    <a:pt x="8177" y="10844"/>
                    <a:pt x="6272" y="11479"/>
                  </a:cubicBezTo>
                  <a:cubicBezTo>
                    <a:pt x="4367" y="12114"/>
                    <a:pt x="2081" y="10971"/>
                    <a:pt x="1446" y="9066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46686" y="90425"/>
              <a:ext cx="23874" cy="13841"/>
            </a:xfrm>
            <a:custGeom>
              <a:avLst/>
              <a:gdLst/>
              <a:ahLst/>
              <a:cxnLst/>
              <a:rect r="r" b="b" t="t" l="l"/>
              <a:pathLst>
                <a:path h="13841" w="23874">
                  <a:moveTo>
                    <a:pt x="21335" y="7492"/>
                  </a:moveTo>
                  <a:lnTo>
                    <a:pt x="5206" y="13588"/>
                  </a:lnTo>
                  <a:cubicBezTo>
                    <a:pt x="3301" y="14350"/>
                    <a:pt x="1015" y="13334"/>
                    <a:pt x="253" y="11302"/>
                  </a:cubicBezTo>
                  <a:cubicBezTo>
                    <a:pt x="-509" y="9270"/>
                    <a:pt x="507" y="7111"/>
                    <a:pt x="2539" y="6349"/>
                  </a:cubicBezTo>
                  <a:lnTo>
                    <a:pt x="18668" y="253"/>
                  </a:lnTo>
                  <a:cubicBezTo>
                    <a:pt x="20573" y="-509"/>
                    <a:pt x="22859" y="507"/>
                    <a:pt x="23621" y="2539"/>
                  </a:cubicBezTo>
                  <a:cubicBezTo>
                    <a:pt x="24383" y="4571"/>
                    <a:pt x="23367" y="6730"/>
                    <a:pt x="21335" y="7492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0594" y="184150"/>
              <a:ext cx="7747" cy="51308"/>
            </a:xfrm>
            <a:custGeom>
              <a:avLst/>
              <a:gdLst/>
              <a:ahLst/>
              <a:cxnLst/>
              <a:rect r="r" b="b" t="t" l="l"/>
              <a:pathLst>
                <a:path h="51308" w="7747">
                  <a:moveTo>
                    <a:pt x="127" y="47499"/>
                  </a:move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lnTo>
                    <a:pt x="7747" y="47499"/>
                  </a:lnTo>
                  <a:cubicBezTo>
                    <a:pt x="7747" y="49658"/>
                    <a:pt x="6096" y="51308"/>
                    <a:pt x="3937" y="51308"/>
                  </a:cubicBezTo>
                  <a:cubicBezTo>
                    <a:pt x="1778" y="51308"/>
                    <a:pt x="127" y="49658"/>
                    <a:pt x="127" y="47499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45221" y="227898"/>
              <a:ext cx="43060" cy="14739"/>
            </a:xfrm>
            <a:custGeom>
              <a:avLst/>
              <a:gdLst/>
              <a:ahLst/>
              <a:cxnLst/>
              <a:rect r="r" b="b" t="t" l="l"/>
              <a:pathLst>
                <a:path h="14739" w="43060">
                  <a:moveTo>
                    <a:pt x="39945" y="7561"/>
                  </a:moveTo>
                  <a:lnTo>
                    <a:pt x="4512" y="14673"/>
                  </a:lnTo>
                  <a:cubicBezTo>
                    <a:pt x="2480" y="15054"/>
                    <a:pt x="448" y="13784"/>
                    <a:pt x="67" y="11625"/>
                  </a:cubicBezTo>
                  <a:cubicBezTo>
                    <a:pt x="-314" y="9466"/>
                    <a:pt x="956" y="7561"/>
                    <a:pt x="3115" y="7180"/>
                  </a:cubicBezTo>
                  <a:lnTo>
                    <a:pt x="38548" y="68"/>
                  </a:lnTo>
                  <a:cubicBezTo>
                    <a:pt x="40580" y="-313"/>
                    <a:pt x="42612" y="957"/>
                    <a:pt x="42993" y="3116"/>
                  </a:cubicBezTo>
                  <a:cubicBezTo>
                    <a:pt x="43374" y="5275"/>
                    <a:pt x="42104" y="7180"/>
                    <a:pt x="39945" y="756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47385" y="63679"/>
              <a:ext cx="30477" cy="16152"/>
            </a:xfrm>
            <a:custGeom>
              <a:avLst/>
              <a:gdLst/>
              <a:ahLst/>
              <a:cxnLst/>
              <a:rect r="r" b="b" t="t" l="l"/>
              <a:pathLst>
                <a:path h="16152" w="30477">
                  <a:moveTo>
                    <a:pt x="25335" y="15950"/>
                  </a:moveTo>
                  <a:lnTo>
                    <a:pt x="2475" y="7441"/>
                  </a:lnTo>
                  <a:cubicBezTo>
                    <a:pt x="570" y="6679"/>
                    <a:pt x="-446" y="4520"/>
                    <a:pt x="189" y="2488"/>
                  </a:cubicBezTo>
                  <a:cubicBezTo>
                    <a:pt x="824" y="456"/>
                    <a:pt x="3110" y="-433"/>
                    <a:pt x="5142" y="202"/>
                  </a:cubicBezTo>
                  <a:lnTo>
                    <a:pt x="28002" y="8711"/>
                  </a:lnTo>
                  <a:cubicBezTo>
                    <a:pt x="29907" y="9473"/>
                    <a:pt x="30923" y="11632"/>
                    <a:pt x="30288" y="13664"/>
                  </a:cubicBezTo>
                  <a:cubicBezTo>
                    <a:pt x="29653" y="15696"/>
                    <a:pt x="27367" y="16585"/>
                    <a:pt x="25335" y="1595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45288" y="190373"/>
              <a:ext cx="7747" cy="52197"/>
            </a:xfrm>
            <a:custGeom>
              <a:avLst/>
              <a:gdLst/>
              <a:ahLst/>
              <a:cxnLst/>
              <a:rect r="r" b="b" t="t" l="l"/>
              <a:pathLst>
                <a:path h="52197" w="7747">
                  <a:moveTo>
                    <a:pt x="7747" y="3810"/>
                  </a:moveTo>
                  <a:lnTo>
                    <a:pt x="7620" y="48388"/>
                  </a:lnTo>
                  <a:cubicBezTo>
                    <a:pt x="7620" y="50547"/>
                    <a:pt x="5842" y="52198"/>
                    <a:pt x="3810" y="52198"/>
                  </a:cubicBezTo>
                  <a:cubicBezTo>
                    <a:pt x="1778" y="52198"/>
                    <a:pt x="0" y="50420"/>
                    <a:pt x="0" y="48388"/>
                  </a:cubicBezTo>
                  <a:lnTo>
                    <a:pt x="127" y="3810"/>
                  </a:lnTo>
                  <a:cubicBezTo>
                    <a:pt x="127" y="1651"/>
                    <a:pt x="1905" y="0"/>
                    <a:pt x="3937" y="0"/>
                  </a:cubicBezTo>
                  <a:cubicBezTo>
                    <a:pt x="5969" y="0"/>
                    <a:pt x="7747" y="1778"/>
                    <a:pt x="7747" y="381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08204" y="66421"/>
              <a:ext cx="35434" cy="18289"/>
            </a:xfrm>
            <a:custGeom>
              <a:avLst/>
              <a:gdLst/>
              <a:ahLst/>
              <a:cxnLst/>
              <a:rect r="r" b="b" t="t" l="l"/>
              <a:pathLst>
                <a:path h="18289" w="35434">
                  <a:moveTo>
                    <a:pt x="33020" y="7366"/>
                  </a:moveTo>
                  <a:lnTo>
                    <a:pt x="5207" y="18034"/>
                  </a:lnTo>
                  <a:cubicBezTo>
                    <a:pt x="3302" y="18796"/>
                    <a:pt x="1016" y="17780"/>
                    <a:pt x="254" y="15875"/>
                  </a:cubicBezTo>
                  <a:cubicBezTo>
                    <a:pt x="-508" y="13970"/>
                    <a:pt x="508" y="11684"/>
                    <a:pt x="2413" y="10922"/>
                  </a:cubicBezTo>
                  <a:lnTo>
                    <a:pt x="30226" y="254"/>
                  </a:lnTo>
                  <a:cubicBezTo>
                    <a:pt x="32131" y="-508"/>
                    <a:pt x="34417" y="508"/>
                    <a:pt x="35179" y="2413"/>
                  </a:cubicBezTo>
                  <a:cubicBezTo>
                    <a:pt x="35941" y="4318"/>
                    <a:pt x="34925" y="6604"/>
                    <a:pt x="33020" y="7366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10427" y="228030"/>
              <a:ext cx="42416" cy="14476"/>
            </a:xfrm>
            <a:custGeom>
              <a:avLst/>
              <a:gdLst/>
              <a:ahLst/>
              <a:cxnLst/>
              <a:rect r="r" b="b" t="t" l="l"/>
              <a:pathLst>
                <a:path h="14476" w="42416">
                  <a:moveTo>
                    <a:pt x="37909" y="14414"/>
                  </a:moveTo>
                  <a:lnTo>
                    <a:pt x="3111" y="7556"/>
                  </a:lnTo>
                  <a:cubicBezTo>
                    <a:pt x="1079" y="7175"/>
                    <a:pt x="-318" y="5143"/>
                    <a:pt x="63" y="3111"/>
                  </a:cubicBezTo>
                  <a:cubicBezTo>
                    <a:pt x="444" y="1079"/>
                    <a:pt x="2476" y="-318"/>
                    <a:pt x="4508" y="63"/>
                  </a:cubicBezTo>
                  <a:lnTo>
                    <a:pt x="39306" y="6921"/>
                  </a:lnTo>
                  <a:cubicBezTo>
                    <a:pt x="41338" y="7302"/>
                    <a:pt x="42735" y="9334"/>
                    <a:pt x="42354" y="11366"/>
                  </a:cubicBezTo>
                  <a:cubicBezTo>
                    <a:pt x="41973" y="13398"/>
                    <a:pt x="39941" y="14795"/>
                    <a:pt x="37909" y="1441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0236" y="184150"/>
              <a:ext cx="7747" cy="51562"/>
            </a:xfrm>
            <a:custGeom>
              <a:avLst/>
              <a:gdLst/>
              <a:ahLst/>
              <a:cxnLst/>
              <a:rect r="r" b="b" t="t" l="l"/>
              <a:pathLst>
                <a:path h="51562" w="7747">
                  <a:moveTo>
                    <a:pt x="127" y="47753"/>
                  </a:move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lnTo>
                    <a:pt x="7747" y="47753"/>
                  </a:lnTo>
                  <a:cubicBezTo>
                    <a:pt x="7747" y="49912"/>
                    <a:pt x="6096" y="51563"/>
                    <a:pt x="3937" y="51563"/>
                  </a:cubicBezTo>
                  <a:cubicBezTo>
                    <a:pt x="1778" y="51563"/>
                    <a:pt x="127" y="49912"/>
                    <a:pt x="127" y="4775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47634" y="186877"/>
              <a:ext cx="25026" cy="11056"/>
            </a:xfrm>
            <a:custGeom>
              <a:avLst/>
              <a:gdLst/>
              <a:ahLst/>
              <a:cxnLst/>
              <a:rect r="r" b="b" t="t" l="l"/>
              <a:pathLst>
                <a:path h="11056" w="25026">
                  <a:moveTo>
                    <a:pt x="21911" y="7560"/>
                  </a:moveTo>
                  <a:lnTo>
                    <a:pt x="4512" y="10989"/>
                  </a:lnTo>
                  <a:cubicBezTo>
                    <a:pt x="2480" y="11370"/>
                    <a:pt x="448" y="10100"/>
                    <a:pt x="67" y="7941"/>
                  </a:cubicBezTo>
                  <a:cubicBezTo>
                    <a:pt x="-314" y="5782"/>
                    <a:pt x="956" y="3877"/>
                    <a:pt x="3115" y="3496"/>
                  </a:cubicBezTo>
                  <a:lnTo>
                    <a:pt x="20514" y="67"/>
                  </a:lnTo>
                  <a:cubicBezTo>
                    <a:pt x="22546" y="-314"/>
                    <a:pt x="24578" y="956"/>
                    <a:pt x="24959" y="3115"/>
                  </a:cubicBezTo>
                  <a:cubicBezTo>
                    <a:pt x="25340" y="5274"/>
                    <a:pt x="24070" y="7179"/>
                    <a:pt x="21911" y="756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2586" y="184469"/>
              <a:ext cx="27303" cy="11428"/>
            </a:xfrm>
            <a:custGeom>
              <a:avLst/>
              <a:gdLst/>
              <a:ahLst/>
              <a:cxnLst/>
              <a:rect r="r" b="b" t="t" l="l"/>
              <a:pathLst>
                <a:path h="11428" w="27303">
                  <a:moveTo>
                    <a:pt x="22796" y="11365"/>
                  </a:moveTo>
                  <a:lnTo>
                    <a:pt x="3111" y="7555"/>
                  </a:lnTo>
                  <a:cubicBezTo>
                    <a:pt x="1079" y="7174"/>
                    <a:pt x="-318" y="5142"/>
                    <a:pt x="63" y="3110"/>
                  </a:cubicBezTo>
                  <a:cubicBezTo>
                    <a:pt x="444" y="1078"/>
                    <a:pt x="2476" y="-319"/>
                    <a:pt x="4508" y="62"/>
                  </a:cubicBezTo>
                  <a:lnTo>
                    <a:pt x="24193" y="3872"/>
                  </a:lnTo>
                  <a:cubicBezTo>
                    <a:pt x="26225" y="4253"/>
                    <a:pt x="27622" y="6285"/>
                    <a:pt x="27241" y="8317"/>
                  </a:cubicBezTo>
                  <a:cubicBezTo>
                    <a:pt x="26860" y="10349"/>
                    <a:pt x="24828" y="11746"/>
                    <a:pt x="22796" y="11365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22907" y="159357"/>
              <a:ext cx="29776" cy="26982"/>
            </a:xfrm>
            <a:custGeom>
              <a:avLst/>
              <a:gdLst/>
              <a:ahLst/>
              <a:cxnLst/>
              <a:rect r="r" b="b" t="t" l="l"/>
              <a:pathLst>
                <a:path h="26982" w="29776">
                  <a:moveTo>
                    <a:pt x="23524" y="26063"/>
                  </a:moveTo>
                  <a:lnTo>
                    <a:pt x="1299" y="6632"/>
                  </a:lnTo>
                  <a:cubicBezTo>
                    <a:pt x="-225" y="5235"/>
                    <a:pt x="-479" y="2822"/>
                    <a:pt x="918" y="1298"/>
                  </a:cubicBezTo>
                  <a:cubicBezTo>
                    <a:pt x="2315" y="-226"/>
                    <a:pt x="4728" y="-480"/>
                    <a:pt x="6252" y="917"/>
                  </a:cubicBezTo>
                  <a:lnTo>
                    <a:pt x="28477" y="20348"/>
                  </a:lnTo>
                  <a:cubicBezTo>
                    <a:pt x="30001" y="21745"/>
                    <a:pt x="30255" y="24158"/>
                    <a:pt x="28858" y="25682"/>
                  </a:cubicBezTo>
                  <a:cubicBezTo>
                    <a:pt x="27461" y="27206"/>
                    <a:pt x="25048" y="27460"/>
                    <a:pt x="23524" y="2606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45132" y="159357"/>
              <a:ext cx="30030" cy="26982"/>
            </a:xfrm>
            <a:custGeom>
              <a:avLst/>
              <a:gdLst/>
              <a:ahLst/>
              <a:cxnLst/>
              <a:rect r="r" b="b" t="t" l="l"/>
              <a:pathLst>
                <a:path h="26982" w="30030">
                  <a:moveTo>
                    <a:pt x="28858" y="6632"/>
                  </a:moveTo>
                  <a:lnTo>
                    <a:pt x="6252" y="26063"/>
                  </a:lnTo>
                  <a:cubicBezTo>
                    <a:pt x="4601" y="27460"/>
                    <a:pt x="2315" y="27206"/>
                    <a:pt x="918" y="25682"/>
                  </a:cubicBezTo>
                  <a:cubicBezTo>
                    <a:pt x="-479" y="24158"/>
                    <a:pt x="-225" y="21745"/>
                    <a:pt x="1299" y="20348"/>
                  </a:cubicBezTo>
                  <a:lnTo>
                    <a:pt x="23778" y="917"/>
                  </a:lnTo>
                  <a:cubicBezTo>
                    <a:pt x="25429" y="-480"/>
                    <a:pt x="27715" y="-226"/>
                    <a:pt x="29112" y="1298"/>
                  </a:cubicBezTo>
                  <a:cubicBezTo>
                    <a:pt x="30509" y="2822"/>
                    <a:pt x="30255" y="5235"/>
                    <a:pt x="28731" y="6632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90170" y="218567"/>
              <a:ext cx="23114" cy="7620"/>
            </a:xfrm>
            <a:custGeom>
              <a:avLst/>
              <a:gdLst/>
              <a:ahLst/>
              <a:cxnLst/>
              <a:rect r="r" b="b" t="t" l="l"/>
              <a:pathLst>
                <a:path h="7620" w="23114">
                  <a:moveTo>
                    <a:pt x="3810" y="0"/>
                  </a:moveTo>
                  <a:lnTo>
                    <a:pt x="19304" y="0"/>
                  </a:lnTo>
                  <a:cubicBezTo>
                    <a:pt x="21463" y="0"/>
                    <a:pt x="23114" y="1651"/>
                    <a:pt x="23114" y="3810"/>
                  </a:cubicBezTo>
                  <a:cubicBezTo>
                    <a:pt x="23114" y="5969"/>
                    <a:pt x="21463" y="7620"/>
                    <a:pt x="19304" y="7620"/>
                  </a:cubicBez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63500" y="324486"/>
              <a:ext cx="3295650" cy="19050"/>
            </a:xfrm>
            <a:custGeom>
              <a:avLst/>
              <a:gdLst/>
              <a:ahLst/>
              <a:cxnLst/>
              <a:rect r="r" b="b" t="t" l="l"/>
              <a:pathLst>
                <a:path h="19050" w="3295650">
                  <a:moveTo>
                    <a:pt x="0" y="0"/>
                  </a:moveTo>
                  <a:lnTo>
                    <a:pt x="3295650" y="0"/>
                  </a:lnTo>
                  <a:lnTo>
                    <a:pt x="32956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C9EF5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65107" y="4848402"/>
            <a:ext cx="5473947" cy="624556"/>
            <a:chOff x="0" y="0"/>
            <a:chExt cx="3426447" cy="3909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55702" y="211172"/>
              <a:ext cx="21491" cy="8156"/>
            </a:xfrm>
            <a:custGeom>
              <a:avLst/>
              <a:gdLst/>
              <a:ahLst/>
              <a:cxnLst/>
              <a:rect r="r" b="b" t="t" l="l"/>
              <a:pathLst>
                <a:path h="8156" w="21491">
                  <a:moveTo>
                    <a:pt x="18034" y="7648"/>
                  </a:moveTo>
                  <a:cubicBezTo>
                    <a:pt x="14859" y="8029"/>
                    <a:pt x="10033" y="8156"/>
                    <a:pt x="3810" y="8156"/>
                  </a:cubicBezTo>
                  <a:cubicBezTo>
                    <a:pt x="1651" y="8156"/>
                    <a:pt x="0" y="6505"/>
                    <a:pt x="0" y="4346"/>
                  </a:cubicBezTo>
                  <a:cubicBezTo>
                    <a:pt x="0" y="2187"/>
                    <a:pt x="1651" y="536"/>
                    <a:pt x="3810" y="536"/>
                  </a:cubicBezTo>
                  <a:cubicBezTo>
                    <a:pt x="10033" y="536"/>
                    <a:pt x="14478" y="409"/>
                    <a:pt x="17272" y="28"/>
                  </a:cubicBezTo>
                  <a:cubicBezTo>
                    <a:pt x="19304" y="-226"/>
                    <a:pt x="21209" y="1298"/>
                    <a:pt x="21463" y="3330"/>
                  </a:cubicBezTo>
                  <a:cubicBezTo>
                    <a:pt x="21717" y="5362"/>
                    <a:pt x="20193" y="7267"/>
                    <a:pt x="18161" y="752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63373" y="189610"/>
              <a:ext cx="12932" cy="29718"/>
            </a:xfrm>
            <a:custGeom>
              <a:avLst/>
              <a:gdLst/>
              <a:ahLst/>
              <a:cxnLst/>
              <a:rect r="r" b="b" t="t" l="l"/>
              <a:pathLst>
                <a:path h="29718" w="12932">
                  <a:moveTo>
                    <a:pt x="8382" y="29718"/>
                  </a:moveTo>
                  <a:cubicBezTo>
                    <a:pt x="6604" y="29337"/>
                    <a:pt x="4826" y="28448"/>
                    <a:pt x="3810" y="27813"/>
                  </a:cubicBezTo>
                  <a:cubicBezTo>
                    <a:pt x="3683" y="27686"/>
                    <a:pt x="3429" y="27559"/>
                    <a:pt x="3175" y="27305"/>
                  </a:cubicBezTo>
                  <a:cubicBezTo>
                    <a:pt x="2921" y="27051"/>
                    <a:pt x="2794" y="26924"/>
                    <a:pt x="2667" y="26797"/>
                  </a:cubicBezTo>
                  <a:cubicBezTo>
                    <a:pt x="1270" y="25019"/>
                    <a:pt x="381" y="22860"/>
                    <a:pt x="0" y="20066"/>
                  </a:cubicBezTo>
                  <a:cubicBezTo>
                    <a:pt x="0" y="19939"/>
                    <a:pt x="0" y="19685"/>
                    <a:pt x="0" y="19558"/>
                  </a:cubicBez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lnTo>
                    <a:pt x="7620" y="19558"/>
                  </a:lnTo>
                  <a:lnTo>
                    <a:pt x="3810" y="19558"/>
                  </a:lnTo>
                  <a:lnTo>
                    <a:pt x="7620" y="19050"/>
                  </a:lnTo>
                  <a:cubicBezTo>
                    <a:pt x="7874" y="20701"/>
                    <a:pt x="8255" y="21590"/>
                    <a:pt x="8763" y="22098"/>
                  </a:cubicBezTo>
                  <a:lnTo>
                    <a:pt x="5715" y="24384"/>
                  </a:lnTo>
                  <a:lnTo>
                    <a:pt x="8255" y="21590"/>
                  </a:lnTo>
                  <a:cubicBezTo>
                    <a:pt x="8255" y="21590"/>
                    <a:pt x="8128" y="21463"/>
                    <a:pt x="8128" y="21463"/>
                  </a:cubicBezTo>
                  <a:cubicBezTo>
                    <a:pt x="8382" y="21590"/>
                    <a:pt x="9271" y="22098"/>
                    <a:pt x="9906" y="22225"/>
                  </a:cubicBezTo>
                  <a:cubicBezTo>
                    <a:pt x="11938" y="22606"/>
                    <a:pt x="13335" y="24638"/>
                    <a:pt x="12827" y="26670"/>
                  </a:cubicBezTo>
                  <a:cubicBezTo>
                    <a:pt x="12319" y="28702"/>
                    <a:pt x="10414" y="30099"/>
                    <a:pt x="8382" y="2959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09903" y="80109"/>
              <a:ext cx="15199" cy="16284"/>
            </a:xfrm>
            <a:custGeom>
              <a:avLst/>
              <a:gdLst/>
              <a:ahLst/>
              <a:cxnLst/>
              <a:rect r="r" b="b" t="t" l="l"/>
              <a:pathLst>
                <a:path h="16284" w="15199">
                  <a:moveTo>
                    <a:pt x="10950" y="16284"/>
                  </a:moveTo>
                  <a:cubicBezTo>
                    <a:pt x="9045" y="16030"/>
                    <a:pt x="6886" y="15268"/>
                    <a:pt x="5235" y="14252"/>
                  </a:cubicBezTo>
                  <a:cubicBezTo>
                    <a:pt x="4981" y="14125"/>
                    <a:pt x="4854" y="13998"/>
                    <a:pt x="4600" y="13744"/>
                  </a:cubicBezTo>
                  <a:cubicBezTo>
                    <a:pt x="3203" y="12474"/>
                    <a:pt x="1933" y="10696"/>
                    <a:pt x="1044" y="8791"/>
                  </a:cubicBezTo>
                  <a:cubicBezTo>
                    <a:pt x="917" y="8537"/>
                    <a:pt x="917" y="8410"/>
                    <a:pt x="790" y="8156"/>
                  </a:cubicBezTo>
                  <a:cubicBezTo>
                    <a:pt x="409" y="6759"/>
                    <a:pt x="155" y="5489"/>
                    <a:pt x="28" y="4219"/>
                  </a:cubicBezTo>
                  <a:cubicBezTo>
                    <a:pt x="-226" y="2187"/>
                    <a:pt x="1298" y="282"/>
                    <a:pt x="3330" y="28"/>
                  </a:cubicBezTo>
                  <a:cubicBezTo>
                    <a:pt x="5362" y="-226"/>
                    <a:pt x="7267" y="1298"/>
                    <a:pt x="7521" y="3330"/>
                  </a:cubicBezTo>
                  <a:cubicBezTo>
                    <a:pt x="7648" y="4219"/>
                    <a:pt x="7775" y="5235"/>
                    <a:pt x="8156" y="6251"/>
                  </a:cubicBezTo>
                  <a:lnTo>
                    <a:pt x="4473" y="7267"/>
                  </a:lnTo>
                  <a:lnTo>
                    <a:pt x="7902" y="5616"/>
                  </a:lnTo>
                  <a:cubicBezTo>
                    <a:pt x="8410" y="6632"/>
                    <a:pt x="9045" y="7648"/>
                    <a:pt x="9680" y="8156"/>
                  </a:cubicBezTo>
                  <a:lnTo>
                    <a:pt x="7140" y="10950"/>
                  </a:lnTo>
                  <a:lnTo>
                    <a:pt x="9045" y="7648"/>
                  </a:lnTo>
                  <a:cubicBezTo>
                    <a:pt x="9807" y="8029"/>
                    <a:pt x="10950" y="8537"/>
                    <a:pt x="11966" y="8664"/>
                  </a:cubicBezTo>
                  <a:cubicBezTo>
                    <a:pt x="13998" y="9045"/>
                    <a:pt x="15522" y="10950"/>
                    <a:pt x="15141" y="12982"/>
                  </a:cubicBezTo>
                  <a:cubicBezTo>
                    <a:pt x="14760" y="15014"/>
                    <a:pt x="12855" y="16538"/>
                    <a:pt x="10823" y="1615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23311" y="63597"/>
              <a:ext cx="14641" cy="17055"/>
            </a:xfrm>
            <a:custGeom>
              <a:avLst/>
              <a:gdLst/>
              <a:ahLst/>
              <a:cxnLst/>
              <a:rect r="r" b="b" t="t" l="l"/>
              <a:pathLst>
                <a:path h="17055" w="14641">
                  <a:moveTo>
                    <a:pt x="11436" y="7523"/>
                  </a:moveTo>
                  <a:cubicBezTo>
                    <a:pt x="10039" y="7777"/>
                    <a:pt x="9023" y="8158"/>
                    <a:pt x="8261" y="8666"/>
                  </a:cubicBezTo>
                  <a:lnTo>
                    <a:pt x="6102" y="5491"/>
                  </a:lnTo>
                  <a:lnTo>
                    <a:pt x="8896" y="8031"/>
                  </a:lnTo>
                  <a:cubicBezTo>
                    <a:pt x="8388" y="8539"/>
                    <a:pt x="7880" y="9301"/>
                    <a:pt x="7499" y="10317"/>
                  </a:cubicBezTo>
                  <a:lnTo>
                    <a:pt x="3943" y="9047"/>
                  </a:lnTo>
                  <a:lnTo>
                    <a:pt x="7753" y="9555"/>
                  </a:lnTo>
                  <a:cubicBezTo>
                    <a:pt x="7626" y="10317"/>
                    <a:pt x="7626" y="11460"/>
                    <a:pt x="7499" y="13365"/>
                  </a:cubicBezTo>
                  <a:cubicBezTo>
                    <a:pt x="7499" y="15524"/>
                    <a:pt x="5721" y="17175"/>
                    <a:pt x="3689" y="17048"/>
                  </a:cubicBezTo>
                  <a:cubicBezTo>
                    <a:pt x="1657" y="16921"/>
                    <a:pt x="-121" y="15270"/>
                    <a:pt x="6" y="13238"/>
                  </a:cubicBezTo>
                  <a:cubicBezTo>
                    <a:pt x="6" y="11333"/>
                    <a:pt x="133" y="9682"/>
                    <a:pt x="260" y="8539"/>
                  </a:cubicBezTo>
                  <a:cubicBezTo>
                    <a:pt x="260" y="8285"/>
                    <a:pt x="387" y="8031"/>
                    <a:pt x="387" y="7777"/>
                  </a:cubicBezTo>
                  <a:cubicBezTo>
                    <a:pt x="1022" y="5872"/>
                    <a:pt x="2165" y="4221"/>
                    <a:pt x="3308" y="2951"/>
                  </a:cubicBezTo>
                  <a:cubicBezTo>
                    <a:pt x="3435" y="2697"/>
                    <a:pt x="3689" y="2570"/>
                    <a:pt x="3943" y="2443"/>
                  </a:cubicBezTo>
                  <a:cubicBezTo>
                    <a:pt x="5848" y="1173"/>
                    <a:pt x="7880" y="411"/>
                    <a:pt x="10293" y="30"/>
                  </a:cubicBezTo>
                  <a:cubicBezTo>
                    <a:pt x="12325" y="-224"/>
                    <a:pt x="14357" y="1173"/>
                    <a:pt x="14611" y="3205"/>
                  </a:cubicBezTo>
                  <a:cubicBezTo>
                    <a:pt x="14865" y="5237"/>
                    <a:pt x="13468" y="7269"/>
                    <a:pt x="11436" y="752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28272" y="184904"/>
              <a:ext cx="14305" cy="16337"/>
            </a:xfrm>
            <a:custGeom>
              <a:avLst/>
              <a:gdLst/>
              <a:ahLst/>
              <a:cxnLst/>
              <a:rect r="r" b="b" t="t" l="l"/>
              <a:pathLst>
                <a:path h="16337" w="14305">
                  <a:moveTo>
                    <a:pt x="14298" y="3817"/>
                  </a:moveTo>
                  <a:cubicBezTo>
                    <a:pt x="14298" y="5595"/>
                    <a:pt x="14044" y="7627"/>
                    <a:pt x="13155" y="9659"/>
                  </a:cubicBezTo>
                  <a:cubicBezTo>
                    <a:pt x="13028" y="9913"/>
                    <a:pt x="12901" y="10167"/>
                    <a:pt x="12774" y="10421"/>
                  </a:cubicBezTo>
                  <a:cubicBezTo>
                    <a:pt x="12012" y="11564"/>
                    <a:pt x="11123" y="12453"/>
                    <a:pt x="9599" y="13596"/>
                  </a:cubicBezTo>
                  <a:cubicBezTo>
                    <a:pt x="9472" y="13723"/>
                    <a:pt x="9218" y="13850"/>
                    <a:pt x="9091" y="13977"/>
                  </a:cubicBezTo>
                  <a:lnTo>
                    <a:pt x="5662" y="15882"/>
                  </a:lnTo>
                  <a:cubicBezTo>
                    <a:pt x="3757" y="16898"/>
                    <a:pt x="1471" y="16136"/>
                    <a:pt x="455" y="14358"/>
                  </a:cubicBezTo>
                  <a:cubicBezTo>
                    <a:pt x="-561" y="12580"/>
                    <a:pt x="201" y="10167"/>
                    <a:pt x="1979" y="9151"/>
                  </a:cubicBezTo>
                  <a:lnTo>
                    <a:pt x="5408" y="7246"/>
                  </a:lnTo>
                  <a:lnTo>
                    <a:pt x="7186" y="10548"/>
                  </a:lnTo>
                  <a:lnTo>
                    <a:pt x="4900" y="7500"/>
                  </a:lnTo>
                  <a:cubicBezTo>
                    <a:pt x="5916" y="6738"/>
                    <a:pt x="6170" y="6357"/>
                    <a:pt x="6424" y="6103"/>
                  </a:cubicBezTo>
                  <a:lnTo>
                    <a:pt x="9599" y="8262"/>
                  </a:lnTo>
                  <a:lnTo>
                    <a:pt x="6043" y="6865"/>
                  </a:lnTo>
                  <a:cubicBezTo>
                    <a:pt x="6424" y="5849"/>
                    <a:pt x="6551" y="4833"/>
                    <a:pt x="6678" y="3690"/>
                  </a:cubicBezTo>
                  <a:cubicBezTo>
                    <a:pt x="6678" y="1531"/>
                    <a:pt x="8456" y="-120"/>
                    <a:pt x="10615" y="7"/>
                  </a:cubicBezTo>
                  <a:cubicBezTo>
                    <a:pt x="12774" y="134"/>
                    <a:pt x="14425" y="1785"/>
                    <a:pt x="14298" y="394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63373" y="153263"/>
              <a:ext cx="44457" cy="44095"/>
            </a:xfrm>
            <a:custGeom>
              <a:avLst/>
              <a:gdLst/>
              <a:ahLst/>
              <a:cxnLst/>
              <a:rect r="r" b="b" t="t" l="l"/>
              <a:pathLst>
                <a:path h="44095" w="44457">
                  <a:moveTo>
                    <a:pt x="127" y="40030"/>
                  </a:moveTo>
                  <a:cubicBezTo>
                    <a:pt x="254" y="36093"/>
                    <a:pt x="762" y="32664"/>
                    <a:pt x="1778" y="28727"/>
                  </a:cubicBezTo>
                  <a:cubicBezTo>
                    <a:pt x="1778" y="28600"/>
                    <a:pt x="1905" y="28473"/>
                    <a:pt x="1905" y="28346"/>
                  </a:cubicBezTo>
                  <a:cubicBezTo>
                    <a:pt x="3175" y="24790"/>
                    <a:pt x="4953" y="21361"/>
                    <a:pt x="6985" y="18059"/>
                  </a:cubicBezTo>
                  <a:cubicBezTo>
                    <a:pt x="6985" y="17932"/>
                    <a:pt x="7112" y="17932"/>
                    <a:pt x="7239" y="17805"/>
                  </a:cubicBezTo>
                  <a:cubicBezTo>
                    <a:pt x="9271" y="15138"/>
                    <a:pt x="11811" y="12344"/>
                    <a:pt x="14732" y="9677"/>
                  </a:cubicBezTo>
                  <a:cubicBezTo>
                    <a:pt x="14859" y="9550"/>
                    <a:pt x="14859" y="9550"/>
                    <a:pt x="14986" y="9423"/>
                  </a:cubicBezTo>
                  <a:cubicBezTo>
                    <a:pt x="17780" y="7391"/>
                    <a:pt x="20828" y="5486"/>
                    <a:pt x="24384" y="3708"/>
                  </a:cubicBezTo>
                  <a:cubicBezTo>
                    <a:pt x="24511" y="3708"/>
                    <a:pt x="24638" y="3581"/>
                    <a:pt x="24765" y="3581"/>
                  </a:cubicBezTo>
                  <a:cubicBezTo>
                    <a:pt x="28321" y="2184"/>
                    <a:pt x="32131" y="1168"/>
                    <a:pt x="36195" y="406"/>
                  </a:cubicBezTo>
                  <a:cubicBezTo>
                    <a:pt x="36322" y="406"/>
                    <a:pt x="36449" y="406"/>
                    <a:pt x="36576" y="406"/>
                  </a:cubicBezTo>
                  <a:lnTo>
                    <a:pt x="40386" y="25"/>
                  </a:lnTo>
                  <a:cubicBezTo>
                    <a:pt x="42418" y="-229"/>
                    <a:pt x="44323" y="1422"/>
                    <a:pt x="44450" y="3454"/>
                  </a:cubicBezTo>
                  <a:cubicBezTo>
                    <a:pt x="44577" y="5486"/>
                    <a:pt x="43053" y="7391"/>
                    <a:pt x="41021" y="7518"/>
                  </a:cubicBezTo>
                  <a:lnTo>
                    <a:pt x="37211" y="7899"/>
                  </a:lnTo>
                  <a:lnTo>
                    <a:pt x="36830" y="4089"/>
                  </a:lnTo>
                  <a:lnTo>
                    <a:pt x="37465" y="7772"/>
                  </a:lnTo>
                  <a:cubicBezTo>
                    <a:pt x="33909" y="8407"/>
                    <a:pt x="30480" y="9423"/>
                    <a:pt x="27432" y="10566"/>
                  </a:cubicBezTo>
                  <a:lnTo>
                    <a:pt x="26035" y="7010"/>
                  </a:lnTo>
                  <a:lnTo>
                    <a:pt x="27686" y="10439"/>
                  </a:lnTo>
                  <a:cubicBezTo>
                    <a:pt x="24511" y="11963"/>
                    <a:pt x="21844" y="13741"/>
                    <a:pt x="19431" y="15519"/>
                  </a:cubicBezTo>
                  <a:lnTo>
                    <a:pt x="17145" y="12471"/>
                  </a:lnTo>
                  <a:lnTo>
                    <a:pt x="19685" y="15265"/>
                  </a:lnTo>
                  <a:cubicBezTo>
                    <a:pt x="17145" y="17551"/>
                    <a:pt x="14859" y="20091"/>
                    <a:pt x="13208" y="22377"/>
                  </a:cubicBezTo>
                  <a:lnTo>
                    <a:pt x="10160" y="20091"/>
                  </a:lnTo>
                  <a:lnTo>
                    <a:pt x="13335" y="22123"/>
                  </a:lnTo>
                  <a:cubicBezTo>
                    <a:pt x="11557" y="25044"/>
                    <a:pt x="10033" y="27965"/>
                    <a:pt x="8890" y="31013"/>
                  </a:cubicBezTo>
                  <a:lnTo>
                    <a:pt x="5334" y="29743"/>
                  </a:lnTo>
                  <a:lnTo>
                    <a:pt x="9017" y="30759"/>
                  </a:lnTo>
                  <a:cubicBezTo>
                    <a:pt x="8128" y="34188"/>
                    <a:pt x="7747" y="37109"/>
                    <a:pt x="7620" y="40411"/>
                  </a:cubicBezTo>
                  <a:cubicBezTo>
                    <a:pt x="7493" y="42570"/>
                    <a:pt x="5842" y="44094"/>
                    <a:pt x="3683" y="44094"/>
                  </a:cubicBezTo>
                  <a:cubicBezTo>
                    <a:pt x="1524" y="44094"/>
                    <a:pt x="0" y="42316"/>
                    <a:pt x="0" y="4015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15697" y="152907"/>
              <a:ext cx="52723" cy="36213"/>
            </a:xfrm>
            <a:custGeom>
              <a:avLst/>
              <a:gdLst/>
              <a:ahLst/>
              <a:cxnLst/>
              <a:rect r="r" b="b" t="t" l="l"/>
              <a:pathLst>
                <a:path h="36213" w="52723">
                  <a:moveTo>
                    <a:pt x="3683" y="127"/>
                  </a:moveTo>
                  <a:cubicBezTo>
                    <a:pt x="13081" y="254"/>
                    <a:pt x="16383" y="508"/>
                    <a:pt x="19685" y="1143"/>
                  </a:cubicBezTo>
                  <a:cubicBezTo>
                    <a:pt x="19812" y="1143"/>
                    <a:pt x="19939" y="1143"/>
                    <a:pt x="19939" y="1270"/>
                  </a:cubicBezTo>
                  <a:cubicBezTo>
                    <a:pt x="23749" y="2286"/>
                    <a:pt x="27051" y="3429"/>
                    <a:pt x="30607" y="5080"/>
                  </a:cubicBezTo>
                  <a:cubicBezTo>
                    <a:pt x="30734" y="5080"/>
                    <a:pt x="30861" y="5207"/>
                    <a:pt x="30861" y="5207"/>
                  </a:cubicBezTo>
                  <a:cubicBezTo>
                    <a:pt x="33909" y="6858"/>
                    <a:pt x="36703" y="8890"/>
                    <a:pt x="39624" y="11176"/>
                  </a:cubicBezTo>
                  <a:cubicBezTo>
                    <a:pt x="39751" y="11303"/>
                    <a:pt x="39751" y="11303"/>
                    <a:pt x="39878" y="11430"/>
                  </a:cubicBezTo>
                  <a:cubicBezTo>
                    <a:pt x="42545" y="13970"/>
                    <a:pt x="45085" y="17018"/>
                    <a:pt x="47117" y="19939"/>
                  </a:cubicBezTo>
                  <a:cubicBezTo>
                    <a:pt x="47117" y="20066"/>
                    <a:pt x="47244" y="20066"/>
                    <a:pt x="47244" y="20193"/>
                  </a:cubicBezTo>
                  <a:cubicBezTo>
                    <a:pt x="49022" y="23241"/>
                    <a:pt x="50292" y="25781"/>
                    <a:pt x="52451" y="30988"/>
                  </a:cubicBezTo>
                  <a:cubicBezTo>
                    <a:pt x="53213" y="32893"/>
                    <a:pt x="52324" y="35179"/>
                    <a:pt x="50419" y="35941"/>
                  </a:cubicBezTo>
                  <a:cubicBezTo>
                    <a:pt x="48514" y="36703"/>
                    <a:pt x="46228" y="35814"/>
                    <a:pt x="45466" y="33909"/>
                  </a:cubicBezTo>
                  <a:cubicBezTo>
                    <a:pt x="43307" y="28829"/>
                    <a:pt x="42291" y="26670"/>
                    <a:pt x="40640" y="24003"/>
                  </a:cubicBezTo>
                  <a:lnTo>
                    <a:pt x="43942" y="22098"/>
                  </a:lnTo>
                  <a:lnTo>
                    <a:pt x="40894" y="24257"/>
                  </a:lnTo>
                  <a:cubicBezTo>
                    <a:pt x="39116" y="21717"/>
                    <a:pt x="36830" y="19050"/>
                    <a:pt x="34544" y="16764"/>
                  </a:cubicBezTo>
                  <a:lnTo>
                    <a:pt x="37211" y="14097"/>
                  </a:lnTo>
                  <a:lnTo>
                    <a:pt x="34798" y="17018"/>
                  </a:lnTo>
                  <a:cubicBezTo>
                    <a:pt x="32258" y="14859"/>
                    <a:pt x="29718" y="13208"/>
                    <a:pt x="27178" y="11684"/>
                  </a:cubicBezTo>
                  <a:lnTo>
                    <a:pt x="29083" y="8382"/>
                  </a:lnTo>
                  <a:lnTo>
                    <a:pt x="27559" y="11811"/>
                  </a:lnTo>
                  <a:cubicBezTo>
                    <a:pt x="24511" y="10414"/>
                    <a:pt x="21590" y="9398"/>
                    <a:pt x="18161" y="8509"/>
                  </a:cubicBezTo>
                  <a:lnTo>
                    <a:pt x="19177" y="4826"/>
                  </a:lnTo>
                  <a:lnTo>
                    <a:pt x="18542" y="8509"/>
                  </a:lnTo>
                  <a:cubicBezTo>
                    <a:pt x="15748" y="8001"/>
                    <a:pt x="12954" y="7747"/>
                    <a:pt x="3810" y="7620"/>
                  </a:cubicBezTo>
                  <a:cubicBezTo>
                    <a:pt x="1651" y="7620"/>
                    <a:pt x="0" y="5842"/>
                    <a:pt x="0" y="3810"/>
                  </a:cubicBezTo>
                  <a:cubicBezTo>
                    <a:pt x="0" y="1778"/>
                    <a:pt x="1778" y="0"/>
                    <a:pt x="3810" y="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61813" y="153796"/>
              <a:ext cx="74693" cy="75485"/>
            </a:xfrm>
            <a:custGeom>
              <a:avLst/>
              <a:gdLst/>
              <a:ahLst/>
              <a:cxnLst/>
              <a:rect r="r" b="b" t="t" l="l"/>
              <a:pathLst>
                <a:path h="75485" w="74693">
                  <a:moveTo>
                    <a:pt x="14717" y="58547"/>
                  </a:moveTo>
                  <a:cubicBezTo>
                    <a:pt x="16241" y="60198"/>
                    <a:pt x="17892" y="61595"/>
                    <a:pt x="19797" y="62865"/>
                  </a:cubicBezTo>
                  <a:lnTo>
                    <a:pt x="17638" y="66040"/>
                  </a:lnTo>
                  <a:lnTo>
                    <a:pt x="19797" y="62865"/>
                  </a:lnTo>
                  <a:cubicBezTo>
                    <a:pt x="21702" y="64135"/>
                    <a:pt x="23607" y="65151"/>
                    <a:pt x="25639" y="65913"/>
                  </a:cubicBezTo>
                  <a:lnTo>
                    <a:pt x="24242" y="69469"/>
                  </a:lnTo>
                  <a:lnTo>
                    <a:pt x="25639" y="65913"/>
                  </a:lnTo>
                  <a:cubicBezTo>
                    <a:pt x="27671" y="66675"/>
                    <a:pt x="29830" y="67310"/>
                    <a:pt x="32116" y="67691"/>
                  </a:cubicBezTo>
                  <a:lnTo>
                    <a:pt x="31481" y="71501"/>
                  </a:lnTo>
                  <a:lnTo>
                    <a:pt x="32116" y="67691"/>
                  </a:lnTo>
                  <a:cubicBezTo>
                    <a:pt x="34275" y="68072"/>
                    <a:pt x="36561" y="68072"/>
                    <a:pt x="38720" y="67945"/>
                  </a:cubicBezTo>
                  <a:cubicBezTo>
                    <a:pt x="41006" y="67818"/>
                    <a:pt x="43165" y="67437"/>
                    <a:pt x="45324" y="66802"/>
                  </a:cubicBezTo>
                  <a:lnTo>
                    <a:pt x="46340" y="70485"/>
                  </a:lnTo>
                  <a:lnTo>
                    <a:pt x="45324" y="66802"/>
                  </a:lnTo>
                  <a:cubicBezTo>
                    <a:pt x="47483" y="66167"/>
                    <a:pt x="49515" y="65278"/>
                    <a:pt x="51420" y="64262"/>
                  </a:cubicBezTo>
                  <a:lnTo>
                    <a:pt x="53325" y="67564"/>
                  </a:lnTo>
                  <a:lnTo>
                    <a:pt x="51420" y="64262"/>
                  </a:lnTo>
                  <a:cubicBezTo>
                    <a:pt x="53325" y="63119"/>
                    <a:pt x="55230" y="61849"/>
                    <a:pt x="56881" y="60452"/>
                  </a:cubicBezTo>
                  <a:lnTo>
                    <a:pt x="59421" y="63246"/>
                  </a:lnTo>
                  <a:lnTo>
                    <a:pt x="56881" y="60452"/>
                  </a:lnTo>
                  <a:cubicBezTo>
                    <a:pt x="58532" y="58928"/>
                    <a:pt x="60056" y="57277"/>
                    <a:pt x="61326" y="55499"/>
                  </a:cubicBezTo>
                  <a:cubicBezTo>
                    <a:pt x="62596" y="53721"/>
                    <a:pt x="63739" y="51689"/>
                    <a:pt x="64628" y="49657"/>
                  </a:cubicBezTo>
                  <a:lnTo>
                    <a:pt x="68184" y="51181"/>
                  </a:lnTo>
                  <a:lnTo>
                    <a:pt x="64628" y="49657"/>
                  </a:lnTo>
                  <a:cubicBezTo>
                    <a:pt x="65517" y="47625"/>
                    <a:pt x="66152" y="45466"/>
                    <a:pt x="66533" y="43307"/>
                  </a:cubicBezTo>
                  <a:lnTo>
                    <a:pt x="70216" y="43942"/>
                  </a:lnTo>
                  <a:lnTo>
                    <a:pt x="66533" y="43307"/>
                  </a:lnTo>
                  <a:cubicBezTo>
                    <a:pt x="66914" y="41148"/>
                    <a:pt x="67041" y="38862"/>
                    <a:pt x="67041" y="36703"/>
                  </a:cubicBezTo>
                  <a:lnTo>
                    <a:pt x="70851" y="36576"/>
                  </a:lnTo>
                  <a:lnTo>
                    <a:pt x="67041" y="36703"/>
                  </a:lnTo>
                  <a:cubicBezTo>
                    <a:pt x="66914" y="34417"/>
                    <a:pt x="66660" y="32258"/>
                    <a:pt x="66025" y="30099"/>
                  </a:cubicBezTo>
                  <a:cubicBezTo>
                    <a:pt x="65390" y="27940"/>
                    <a:pt x="64628" y="25908"/>
                    <a:pt x="63612" y="23876"/>
                  </a:cubicBezTo>
                  <a:lnTo>
                    <a:pt x="67041" y="22098"/>
                  </a:lnTo>
                  <a:lnTo>
                    <a:pt x="63612" y="23876"/>
                  </a:lnTo>
                  <a:cubicBezTo>
                    <a:pt x="62596" y="21844"/>
                    <a:pt x="61326" y="20066"/>
                    <a:pt x="59929" y="18288"/>
                  </a:cubicBezTo>
                  <a:cubicBezTo>
                    <a:pt x="58532" y="16637"/>
                    <a:pt x="56881" y="15113"/>
                    <a:pt x="55103" y="13716"/>
                  </a:cubicBezTo>
                  <a:lnTo>
                    <a:pt x="57389" y="10668"/>
                  </a:lnTo>
                  <a:lnTo>
                    <a:pt x="55103" y="13716"/>
                  </a:lnTo>
                  <a:cubicBezTo>
                    <a:pt x="53325" y="12319"/>
                    <a:pt x="51420" y="11176"/>
                    <a:pt x="49388" y="10287"/>
                  </a:cubicBezTo>
                  <a:lnTo>
                    <a:pt x="50912" y="6858"/>
                  </a:lnTo>
                  <a:lnTo>
                    <a:pt x="49388" y="10287"/>
                  </a:lnTo>
                  <a:cubicBezTo>
                    <a:pt x="47356" y="9398"/>
                    <a:pt x="45197" y="8636"/>
                    <a:pt x="43038" y="8255"/>
                  </a:cubicBezTo>
                  <a:lnTo>
                    <a:pt x="43800" y="4572"/>
                  </a:lnTo>
                  <a:lnTo>
                    <a:pt x="43038" y="8255"/>
                  </a:lnTo>
                  <a:cubicBezTo>
                    <a:pt x="40879" y="7747"/>
                    <a:pt x="38593" y="7620"/>
                    <a:pt x="36434" y="7620"/>
                  </a:cubicBezTo>
                  <a:cubicBezTo>
                    <a:pt x="34148" y="7620"/>
                    <a:pt x="31989" y="7874"/>
                    <a:pt x="29830" y="8382"/>
                  </a:cubicBezTo>
                  <a:lnTo>
                    <a:pt x="28941" y="4699"/>
                  </a:lnTo>
                  <a:lnTo>
                    <a:pt x="29830" y="8382"/>
                  </a:lnTo>
                  <a:cubicBezTo>
                    <a:pt x="27671" y="8890"/>
                    <a:pt x="25512" y="9652"/>
                    <a:pt x="23607" y="10668"/>
                  </a:cubicBezTo>
                  <a:cubicBezTo>
                    <a:pt x="21575" y="11684"/>
                    <a:pt x="19670" y="12827"/>
                    <a:pt x="18019" y="14224"/>
                  </a:cubicBezTo>
                  <a:lnTo>
                    <a:pt x="15606" y="11303"/>
                  </a:lnTo>
                  <a:lnTo>
                    <a:pt x="18019" y="14224"/>
                  </a:lnTo>
                  <a:cubicBezTo>
                    <a:pt x="16241" y="15621"/>
                    <a:pt x="14717" y="17145"/>
                    <a:pt x="13320" y="18923"/>
                  </a:cubicBezTo>
                  <a:lnTo>
                    <a:pt x="10399" y="16510"/>
                  </a:lnTo>
                  <a:lnTo>
                    <a:pt x="13320" y="18923"/>
                  </a:lnTo>
                  <a:cubicBezTo>
                    <a:pt x="11923" y="20701"/>
                    <a:pt x="10780" y="22479"/>
                    <a:pt x="9764" y="24511"/>
                  </a:cubicBezTo>
                  <a:cubicBezTo>
                    <a:pt x="8748" y="26543"/>
                    <a:pt x="7986" y="28575"/>
                    <a:pt x="7478" y="30734"/>
                  </a:cubicBezTo>
                  <a:cubicBezTo>
                    <a:pt x="6970" y="32766"/>
                    <a:pt x="4938" y="34036"/>
                    <a:pt x="2906" y="33528"/>
                  </a:cubicBezTo>
                  <a:cubicBezTo>
                    <a:pt x="874" y="33020"/>
                    <a:pt x="-396" y="30988"/>
                    <a:pt x="112" y="28956"/>
                  </a:cubicBezTo>
                  <a:cubicBezTo>
                    <a:pt x="747" y="26289"/>
                    <a:pt x="1763" y="23622"/>
                    <a:pt x="2906" y="21082"/>
                  </a:cubicBezTo>
                  <a:lnTo>
                    <a:pt x="6335" y="22733"/>
                  </a:lnTo>
                  <a:lnTo>
                    <a:pt x="2906" y="21082"/>
                  </a:lnTo>
                  <a:cubicBezTo>
                    <a:pt x="4176" y="18542"/>
                    <a:pt x="5573" y="16256"/>
                    <a:pt x="7351" y="14097"/>
                  </a:cubicBezTo>
                  <a:cubicBezTo>
                    <a:pt x="9129" y="11938"/>
                    <a:pt x="11034" y="9906"/>
                    <a:pt x="13193" y="8255"/>
                  </a:cubicBezTo>
                  <a:cubicBezTo>
                    <a:pt x="15352" y="6604"/>
                    <a:pt x="17765" y="5080"/>
                    <a:pt x="20178" y="3810"/>
                  </a:cubicBezTo>
                  <a:lnTo>
                    <a:pt x="21829" y="7239"/>
                  </a:lnTo>
                  <a:lnTo>
                    <a:pt x="20178" y="3810"/>
                  </a:lnTo>
                  <a:cubicBezTo>
                    <a:pt x="22718" y="2540"/>
                    <a:pt x="25258" y="1651"/>
                    <a:pt x="28052" y="1016"/>
                  </a:cubicBezTo>
                  <a:cubicBezTo>
                    <a:pt x="30846" y="381"/>
                    <a:pt x="33513" y="0"/>
                    <a:pt x="36307" y="0"/>
                  </a:cubicBezTo>
                  <a:lnTo>
                    <a:pt x="36307" y="3810"/>
                  </a:lnTo>
                  <a:lnTo>
                    <a:pt x="36307" y="0"/>
                  </a:lnTo>
                  <a:cubicBezTo>
                    <a:pt x="39101" y="0"/>
                    <a:pt x="41895" y="254"/>
                    <a:pt x="44562" y="762"/>
                  </a:cubicBezTo>
                  <a:cubicBezTo>
                    <a:pt x="47229" y="1270"/>
                    <a:pt x="49896" y="2159"/>
                    <a:pt x="52436" y="3429"/>
                  </a:cubicBezTo>
                  <a:cubicBezTo>
                    <a:pt x="54976" y="4572"/>
                    <a:pt x="57389" y="5969"/>
                    <a:pt x="59548" y="7747"/>
                  </a:cubicBezTo>
                  <a:cubicBezTo>
                    <a:pt x="61834" y="9398"/>
                    <a:pt x="63739" y="11303"/>
                    <a:pt x="65644" y="13462"/>
                  </a:cubicBezTo>
                  <a:lnTo>
                    <a:pt x="62723" y="15875"/>
                  </a:lnTo>
                  <a:lnTo>
                    <a:pt x="65644" y="13462"/>
                  </a:lnTo>
                  <a:cubicBezTo>
                    <a:pt x="67422" y="15621"/>
                    <a:pt x="68946" y="17907"/>
                    <a:pt x="70343" y="20320"/>
                  </a:cubicBezTo>
                  <a:cubicBezTo>
                    <a:pt x="71613" y="22860"/>
                    <a:pt x="72629" y="25400"/>
                    <a:pt x="73391" y="28067"/>
                  </a:cubicBezTo>
                  <a:lnTo>
                    <a:pt x="69708" y="29083"/>
                  </a:lnTo>
                  <a:lnTo>
                    <a:pt x="73391" y="28067"/>
                  </a:lnTo>
                  <a:cubicBezTo>
                    <a:pt x="74153" y="30734"/>
                    <a:pt x="74534" y="33528"/>
                    <a:pt x="74661" y="36322"/>
                  </a:cubicBezTo>
                  <a:cubicBezTo>
                    <a:pt x="74788" y="39116"/>
                    <a:pt x="74534" y="41910"/>
                    <a:pt x="74026" y="44577"/>
                  </a:cubicBezTo>
                  <a:cubicBezTo>
                    <a:pt x="73518" y="47371"/>
                    <a:pt x="72756" y="50038"/>
                    <a:pt x="71613" y="52578"/>
                  </a:cubicBezTo>
                  <a:cubicBezTo>
                    <a:pt x="70470" y="55118"/>
                    <a:pt x="69200" y="57531"/>
                    <a:pt x="67549" y="59817"/>
                  </a:cubicBezTo>
                  <a:lnTo>
                    <a:pt x="64501" y="57658"/>
                  </a:lnTo>
                  <a:lnTo>
                    <a:pt x="67549" y="59817"/>
                  </a:lnTo>
                  <a:cubicBezTo>
                    <a:pt x="65898" y="62103"/>
                    <a:pt x="64120" y="64135"/>
                    <a:pt x="61961" y="66040"/>
                  </a:cubicBezTo>
                  <a:cubicBezTo>
                    <a:pt x="59929" y="67945"/>
                    <a:pt x="57643" y="69469"/>
                    <a:pt x="55230" y="70866"/>
                  </a:cubicBezTo>
                  <a:cubicBezTo>
                    <a:pt x="52817" y="72263"/>
                    <a:pt x="50277" y="73279"/>
                    <a:pt x="47483" y="74041"/>
                  </a:cubicBezTo>
                  <a:cubicBezTo>
                    <a:pt x="44689" y="74803"/>
                    <a:pt x="42022" y="75311"/>
                    <a:pt x="39228" y="75438"/>
                  </a:cubicBezTo>
                  <a:lnTo>
                    <a:pt x="38974" y="71628"/>
                  </a:lnTo>
                  <a:lnTo>
                    <a:pt x="39228" y="75438"/>
                  </a:lnTo>
                  <a:cubicBezTo>
                    <a:pt x="36434" y="75565"/>
                    <a:pt x="33640" y="75438"/>
                    <a:pt x="30846" y="75057"/>
                  </a:cubicBezTo>
                  <a:cubicBezTo>
                    <a:pt x="28052" y="74676"/>
                    <a:pt x="25385" y="73914"/>
                    <a:pt x="22845" y="72898"/>
                  </a:cubicBezTo>
                  <a:cubicBezTo>
                    <a:pt x="20305" y="71882"/>
                    <a:pt x="17765" y="70612"/>
                    <a:pt x="15479" y="68961"/>
                  </a:cubicBezTo>
                  <a:cubicBezTo>
                    <a:pt x="13193" y="67437"/>
                    <a:pt x="11034" y="65532"/>
                    <a:pt x="9129" y="63500"/>
                  </a:cubicBezTo>
                  <a:cubicBezTo>
                    <a:pt x="7732" y="61976"/>
                    <a:pt x="7732" y="59563"/>
                    <a:pt x="9256" y="58166"/>
                  </a:cubicBezTo>
                  <a:cubicBezTo>
                    <a:pt x="10780" y="56769"/>
                    <a:pt x="13193" y="56769"/>
                    <a:pt x="14590" y="5829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60664" y="182436"/>
              <a:ext cx="16022" cy="35778"/>
            </a:xfrm>
            <a:custGeom>
              <a:avLst/>
              <a:gdLst/>
              <a:ahLst/>
              <a:cxnLst/>
              <a:rect r="r" b="b" t="t" l="l"/>
              <a:pathLst>
                <a:path h="35778" w="16022">
                  <a:moveTo>
                    <a:pt x="9262" y="34352"/>
                  </a:moveTo>
                  <a:cubicBezTo>
                    <a:pt x="1515" y="25335"/>
                    <a:pt x="-1406" y="14794"/>
                    <a:pt x="626" y="3110"/>
                  </a:cubicBezTo>
                  <a:cubicBezTo>
                    <a:pt x="1007" y="1078"/>
                    <a:pt x="2912" y="-319"/>
                    <a:pt x="5071" y="62"/>
                  </a:cubicBezTo>
                  <a:cubicBezTo>
                    <a:pt x="7230" y="443"/>
                    <a:pt x="8500" y="2348"/>
                    <a:pt x="8119" y="4507"/>
                  </a:cubicBezTo>
                  <a:cubicBezTo>
                    <a:pt x="6468" y="14032"/>
                    <a:pt x="8754" y="22160"/>
                    <a:pt x="15104" y="29526"/>
                  </a:cubicBezTo>
                  <a:cubicBezTo>
                    <a:pt x="16501" y="31050"/>
                    <a:pt x="16247" y="33463"/>
                    <a:pt x="14723" y="34860"/>
                  </a:cubicBezTo>
                  <a:cubicBezTo>
                    <a:pt x="13199" y="36257"/>
                    <a:pt x="10786" y="36003"/>
                    <a:pt x="9389" y="34479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86233" y="93726"/>
              <a:ext cx="58928" cy="58928"/>
            </a:xfrm>
            <a:custGeom>
              <a:avLst/>
              <a:gdLst/>
              <a:ahLst/>
              <a:cxnLst/>
              <a:rect r="r" b="b" t="t" l="l"/>
              <a:pathLst>
                <a:path h="58928" w="58928">
                  <a:moveTo>
                    <a:pt x="58928" y="29464"/>
                  </a:moveTo>
                  <a:cubicBezTo>
                    <a:pt x="58928" y="33401"/>
                    <a:pt x="58166" y="37083"/>
                    <a:pt x="56642" y="40766"/>
                  </a:cubicBezTo>
                  <a:lnTo>
                    <a:pt x="53086" y="39369"/>
                  </a:lnTo>
                  <a:lnTo>
                    <a:pt x="56642" y="40766"/>
                  </a:lnTo>
                  <a:cubicBezTo>
                    <a:pt x="55118" y="44322"/>
                    <a:pt x="52959" y="47497"/>
                    <a:pt x="50292" y="50291"/>
                  </a:cubicBezTo>
                  <a:cubicBezTo>
                    <a:pt x="47498" y="53085"/>
                    <a:pt x="44323" y="55117"/>
                    <a:pt x="40767" y="56641"/>
                  </a:cubicBezTo>
                  <a:cubicBezTo>
                    <a:pt x="37211" y="58165"/>
                    <a:pt x="33401" y="58927"/>
                    <a:pt x="29464" y="58927"/>
                  </a:cubicBezTo>
                  <a:lnTo>
                    <a:pt x="29464" y="55117"/>
                  </a:lnTo>
                  <a:lnTo>
                    <a:pt x="29464" y="58927"/>
                  </a:lnTo>
                  <a:cubicBezTo>
                    <a:pt x="25527" y="58927"/>
                    <a:pt x="21844" y="58165"/>
                    <a:pt x="18161" y="56641"/>
                  </a:cubicBezTo>
                  <a:cubicBezTo>
                    <a:pt x="14605" y="55117"/>
                    <a:pt x="11430" y="52958"/>
                    <a:pt x="8636" y="50291"/>
                  </a:cubicBezTo>
                  <a:cubicBezTo>
                    <a:pt x="5842" y="47497"/>
                    <a:pt x="3810" y="44322"/>
                    <a:pt x="2286" y="40766"/>
                  </a:cubicBezTo>
                  <a:lnTo>
                    <a:pt x="5842" y="39369"/>
                  </a:lnTo>
                  <a:lnTo>
                    <a:pt x="2286" y="40766"/>
                  </a:lnTo>
                  <a:cubicBezTo>
                    <a:pt x="762" y="37210"/>
                    <a:pt x="0" y="33401"/>
                    <a:pt x="0" y="29464"/>
                  </a:cubicBezTo>
                  <a:lnTo>
                    <a:pt x="3810" y="29464"/>
                  </a:lnTo>
                  <a:lnTo>
                    <a:pt x="0" y="29464"/>
                  </a:lnTo>
                  <a:cubicBezTo>
                    <a:pt x="0" y="25527"/>
                    <a:pt x="762" y="21844"/>
                    <a:pt x="2286" y="18161"/>
                  </a:cubicBezTo>
                  <a:cubicBezTo>
                    <a:pt x="3810" y="14605"/>
                    <a:pt x="5969" y="11430"/>
                    <a:pt x="8636" y="8636"/>
                  </a:cubicBezTo>
                  <a:lnTo>
                    <a:pt x="11303" y="11303"/>
                  </a:lnTo>
                  <a:lnTo>
                    <a:pt x="8636" y="8636"/>
                  </a:lnTo>
                  <a:cubicBezTo>
                    <a:pt x="11430" y="5842"/>
                    <a:pt x="14605" y="3810"/>
                    <a:pt x="18161" y="2286"/>
                  </a:cubicBezTo>
                  <a:lnTo>
                    <a:pt x="19558" y="5842"/>
                  </a:lnTo>
                  <a:lnTo>
                    <a:pt x="18161" y="2286"/>
                  </a:lnTo>
                  <a:cubicBezTo>
                    <a:pt x="21717" y="762"/>
                    <a:pt x="25527" y="0"/>
                    <a:pt x="29464" y="0"/>
                  </a:cubicBezTo>
                  <a:lnTo>
                    <a:pt x="29464" y="3810"/>
                  </a:lnTo>
                  <a:lnTo>
                    <a:pt x="29464" y="0"/>
                  </a:lnTo>
                  <a:cubicBezTo>
                    <a:pt x="33401" y="0"/>
                    <a:pt x="37084" y="762"/>
                    <a:pt x="40767" y="2286"/>
                  </a:cubicBezTo>
                  <a:lnTo>
                    <a:pt x="39370" y="5842"/>
                  </a:lnTo>
                  <a:lnTo>
                    <a:pt x="40767" y="2286"/>
                  </a:lnTo>
                  <a:cubicBezTo>
                    <a:pt x="44323" y="3810"/>
                    <a:pt x="47498" y="5969"/>
                    <a:pt x="50292" y="8636"/>
                  </a:cubicBezTo>
                  <a:cubicBezTo>
                    <a:pt x="53086" y="11430"/>
                    <a:pt x="55118" y="14605"/>
                    <a:pt x="56642" y="18161"/>
                  </a:cubicBezTo>
                  <a:cubicBezTo>
                    <a:pt x="58166" y="21717"/>
                    <a:pt x="58928" y="25527"/>
                    <a:pt x="58928" y="29464"/>
                  </a:cubicBezTo>
                  <a:lnTo>
                    <a:pt x="55118" y="29464"/>
                  </a:lnTo>
                  <a:lnTo>
                    <a:pt x="58928" y="29464"/>
                  </a:lnTo>
                  <a:moveTo>
                    <a:pt x="51308" y="29464"/>
                  </a:moveTo>
                  <a:cubicBezTo>
                    <a:pt x="51308" y="26543"/>
                    <a:pt x="50800" y="23749"/>
                    <a:pt x="49657" y="21082"/>
                  </a:cubicBezTo>
                  <a:lnTo>
                    <a:pt x="53213" y="19685"/>
                  </a:lnTo>
                  <a:lnTo>
                    <a:pt x="49657" y="21082"/>
                  </a:lnTo>
                  <a:cubicBezTo>
                    <a:pt x="48514" y="18415"/>
                    <a:pt x="46990" y="16002"/>
                    <a:pt x="44958" y="13970"/>
                  </a:cubicBezTo>
                  <a:lnTo>
                    <a:pt x="47625" y="11303"/>
                  </a:lnTo>
                  <a:lnTo>
                    <a:pt x="44958" y="13970"/>
                  </a:lnTo>
                  <a:cubicBezTo>
                    <a:pt x="42926" y="11938"/>
                    <a:pt x="40513" y="10287"/>
                    <a:pt x="37846" y="9271"/>
                  </a:cubicBezTo>
                  <a:cubicBezTo>
                    <a:pt x="35179" y="8255"/>
                    <a:pt x="32385" y="7620"/>
                    <a:pt x="29464" y="7620"/>
                  </a:cubicBezTo>
                  <a:cubicBezTo>
                    <a:pt x="26543" y="7620"/>
                    <a:pt x="23749" y="8128"/>
                    <a:pt x="21082" y="9271"/>
                  </a:cubicBezTo>
                  <a:cubicBezTo>
                    <a:pt x="18415" y="10414"/>
                    <a:pt x="16002" y="11938"/>
                    <a:pt x="13970" y="13970"/>
                  </a:cubicBezTo>
                  <a:cubicBezTo>
                    <a:pt x="11938" y="16002"/>
                    <a:pt x="10287" y="18415"/>
                    <a:pt x="9271" y="21082"/>
                  </a:cubicBezTo>
                  <a:lnTo>
                    <a:pt x="5715" y="19685"/>
                  </a:lnTo>
                  <a:lnTo>
                    <a:pt x="9271" y="21082"/>
                  </a:lnTo>
                  <a:cubicBezTo>
                    <a:pt x="8128" y="23749"/>
                    <a:pt x="7620" y="26543"/>
                    <a:pt x="7620" y="29464"/>
                  </a:cubicBezTo>
                  <a:cubicBezTo>
                    <a:pt x="7620" y="32385"/>
                    <a:pt x="8128" y="35178"/>
                    <a:pt x="9271" y="37845"/>
                  </a:cubicBezTo>
                  <a:cubicBezTo>
                    <a:pt x="10414" y="40512"/>
                    <a:pt x="11938" y="42925"/>
                    <a:pt x="13970" y="44957"/>
                  </a:cubicBezTo>
                  <a:lnTo>
                    <a:pt x="11303" y="47624"/>
                  </a:lnTo>
                  <a:lnTo>
                    <a:pt x="13970" y="44957"/>
                  </a:lnTo>
                  <a:cubicBezTo>
                    <a:pt x="16002" y="46989"/>
                    <a:pt x="18415" y="48640"/>
                    <a:pt x="21082" y="49656"/>
                  </a:cubicBezTo>
                  <a:lnTo>
                    <a:pt x="19685" y="53212"/>
                  </a:lnTo>
                  <a:lnTo>
                    <a:pt x="21082" y="49656"/>
                  </a:lnTo>
                  <a:cubicBezTo>
                    <a:pt x="23749" y="50799"/>
                    <a:pt x="26543" y="51307"/>
                    <a:pt x="29464" y="51307"/>
                  </a:cubicBezTo>
                  <a:cubicBezTo>
                    <a:pt x="32385" y="51307"/>
                    <a:pt x="35179" y="50799"/>
                    <a:pt x="37846" y="49656"/>
                  </a:cubicBezTo>
                  <a:lnTo>
                    <a:pt x="39243" y="53212"/>
                  </a:lnTo>
                  <a:lnTo>
                    <a:pt x="37846" y="49656"/>
                  </a:lnTo>
                  <a:cubicBezTo>
                    <a:pt x="40513" y="48513"/>
                    <a:pt x="42926" y="46989"/>
                    <a:pt x="44958" y="44957"/>
                  </a:cubicBezTo>
                  <a:lnTo>
                    <a:pt x="47625" y="47624"/>
                  </a:lnTo>
                  <a:lnTo>
                    <a:pt x="44958" y="44957"/>
                  </a:lnTo>
                  <a:cubicBezTo>
                    <a:pt x="46990" y="42925"/>
                    <a:pt x="48641" y="40512"/>
                    <a:pt x="49657" y="37845"/>
                  </a:cubicBezTo>
                  <a:cubicBezTo>
                    <a:pt x="50800" y="35178"/>
                    <a:pt x="51308" y="32385"/>
                    <a:pt x="51308" y="2946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10566" y="63547"/>
              <a:ext cx="31877" cy="31783"/>
            </a:xfrm>
            <a:custGeom>
              <a:avLst/>
              <a:gdLst/>
              <a:ahLst/>
              <a:cxnLst/>
              <a:rect r="r" b="b" t="t" l="l"/>
              <a:pathLst>
                <a:path h="31783" w="31877">
                  <a:moveTo>
                    <a:pt x="25400" y="30687"/>
                  </a:moveTo>
                  <a:lnTo>
                    <a:pt x="1143" y="6430"/>
                  </a:lnTo>
                  <a:cubicBezTo>
                    <a:pt x="-381" y="4906"/>
                    <a:pt x="-381" y="2493"/>
                    <a:pt x="1143" y="1096"/>
                  </a:cubicBezTo>
                  <a:cubicBezTo>
                    <a:pt x="2667" y="-301"/>
                    <a:pt x="5080" y="-428"/>
                    <a:pt x="6477" y="1096"/>
                  </a:cubicBezTo>
                  <a:lnTo>
                    <a:pt x="30734" y="25353"/>
                  </a:lnTo>
                  <a:cubicBezTo>
                    <a:pt x="32258" y="26877"/>
                    <a:pt x="32258" y="29290"/>
                    <a:pt x="30734" y="30687"/>
                  </a:cubicBezTo>
                  <a:cubicBezTo>
                    <a:pt x="29210" y="32084"/>
                    <a:pt x="26797" y="32211"/>
                    <a:pt x="25400" y="3068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68834" y="211835"/>
              <a:ext cx="94488" cy="7620"/>
            </a:xfrm>
            <a:custGeom>
              <a:avLst/>
              <a:gdLst/>
              <a:ahLst/>
              <a:cxnLst/>
              <a:rect r="r" b="b" t="t" l="l"/>
              <a:pathLst>
                <a:path h="7620" w="94488">
                  <a:moveTo>
                    <a:pt x="90678" y="7620"/>
                  </a:move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lnTo>
                    <a:pt x="90678" y="0"/>
                  </a:lnTo>
                  <a:cubicBezTo>
                    <a:pt x="92837" y="0"/>
                    <a:pt x="94488" y="1651"/>
                    <a:pt x="94488" y="3810"/>
                  </a:cubicBezTo>
                  <a:cubicBezTo>
                    <a:pt x="94488" y="5969"/>
                    <a:pt x="92837" y="7620"/>
                    <a:pt x="90678" y="762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17551" y="88773"/>
              <a:ext cx="24892" cy="7620"/>
            </a:xfrm>
            <a:custGeom>
              <a:avLst/>
              <a:gdLst/>
              <a:ahLst/>
              <a:cxnLst/>
              <a:rect r="r" b="b" t="t" l="l"/>
              <a:pathLst>
                <a:path h="7620" w="24892">
                  <a:moveTo>
                    <a:pt x="21082" y="7620"/>
                  </a:move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lnTo>
                    <a:pt x="21082" y="0"/>
                  </a:lnTo>
                  <a:cubicBezTo>
                    <a:pt x="23241" y="0"/>
                    <a:pt x="24892" y="1651"/>
                    <a:pt x="24892" y="3810"/>
                  </a:cubicBezTo>
                  <a:cubicBezTo>
                    <a:pt x="24892" y="5969"/>
                    <a:pt x="23241" y="7620"/>
                    <a:pt x="21082" y="762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209550" y="63500"/>
              <a:ext cx="7747" cy="24130"/>
            </a:xfrm>
            <a:custGeom>
              <a:avLst/>
              <a:gdLst/>
              <a:ahLst/>
              <a:cxnLst/>
              <a:rect r="r" b="b" t="t" l="l"/>
              <a:pathLst>
                <a:path h="24130" w="7747">
                  <a:moveTo>
                    <a:pt x="381" y="20447"/>
                  </a:moveTo>
                  <a:lnTo>
                    <a:pt x="0" y="3810"/>
                  </a:lnTo>
                  <a:cubicBezTo>
                    <a:pt x="0" y="1651"/>
                    <a:pt x="1651" y="0"/>
                    <a:pt x="3683" y="0"/>
                  </a:cubicBezTo>
                  <a:cubicBezTo>
                    <a:pt x="5715" y="0"/>
                    <a:pt x="7493" y="1651"/>
                    <a:pt x="7493" y="3683"/>
                  </a:cubicBezTo>
                  <a:lnTo>
                    <a:pt x="7747" y="20320"/>
                  </a:lnTo>
                  <a:cubicBezTo>
                    <a:pt x="7747" y="22479"/>
                    <a:pt x="6096" y="24130"/>
                    <a:pt x="4064" y="24130"/>
                  </a:cubicBezTo>
                  <a:cubicBezTo>
                    <a:pt x="2032" y="24130"/>
                    <a:pt x="254" y="22479"/>
                    <a:pt x="254" y="2044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130302" y="63500"/>
              <a:ext cx="86868" cy="7747"/>
            </a:xfrm>
            <a:custGeom>
              <a:avLst/>
              <a:gdLst/>
              <a:ahLst/>
              <a:cxnLst/>
              <a:rect r="r" b="b" t="t" l="l"/>
              <a:pathLst>
                <a:path h="7747" w="86868">
                  <a:moveTo>
                    <a:pt x="83058" y="7620"/>
                  </a:moveTo>
                  <a:lnTo>
                    <a:pt x="3810" y="7747"/>
                  </a:lnTo>
                  <a:cubicBezTo>
                    <a:pt x="1651" y="7747"/>
                    <a:pt x="0" y="6096"/>
                    <a:pt x="0" y="3937"/>
                  </a:cubicBezTo>
                  <a:cubicBezTo>
                    <a:pt x="0" y="1778"/>
                    <a:pt x="1651" y="127"/>
                    <a:pt x="3810" y="127"/>
                  </a:cubicBezTo>
                  <a:lnTo>
                    <a:pt x="83058" y="0"/>
                  </a:lnTo>
                  <a:cubicBezTo>
                    <a:pt x="85217" y="0"/>
                    <a:pt x="86868" y="1651"/>
                    <a:pt x="86868" y="3810"/>
                  </a:cubicBezTo>
                  <a:cubicBezTo>
                    <a:pt x="86868" y="5969"/>
                    <a:pt x="85217" y="7620"/>
                    <a:pt x="83058" y="762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22930" y="73272"/>
              <a:ext cx="7880" cy="30240"/>
            </a:xfrm>
            <a:custGeom>
              <a:avLst/>
              <a:gdLst/>
              <a:ahLst/>
              <a:cxnLst/>
              <a:rect r="r" b="b" t="t" l="l"/>
              <a:pathLst>
                <a:path h="30240" w="7880">
                  <a:moveTo>
                    <a:pt x="7880" y="3817"/>
                  </a:moveTo>
                  <a:lnTo>
                    <a:pt x="7499" y="26550"/>
                  </a:lnTo>
                  <a:cubicBezTo>
                    <a:pt x="7499" y="28709"/>
                    <a:pt x="5721" y="30360"/>
                    <a:pt x="3689" y="30233"/>
                  </a:cubicBezTo>
                  <a:cubicBezTo>
                    <a:pt x="1657" y="30106"/>
                    <a:pt x="-121" y="28455"/>
                    <a:pt x="6" y="26423"/>
                  </a:cubicBezTo>
                  <a:lnTo>
                    <a:pt x="260" y="3690"/>
                  </a:lnTo>
                  <a:cubicBezTo>
                    <a:pt x="260" y="1531"/>
                    <a:pt x="2038" y="-120"/>
                    <a:pt x="4070" y="7"/>
                  </a:cubicBezTo>
                  <a:cubicBezTo>
                    <a:pt x="6102" y="134"/>
                    <a:pt x="7880" y="1785"/>
                    <a:pt x="7753" y="381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151765" y="102743"/>
              <a:ext cx="65786" cy="7620"/>
            </a:xfrm>
            <a:custGeom>
              <a:avLst/>
              <a:gdLst/>
              <a:ahLst/>
              <a:cxnLst/>
              <a:rect r="r" b="b" t="t" l="l"/>
              <a:pathLst>
                <a:path h="7620" w="65786">
                  <a:moveTo>
                    <a:pt x="3810" y="0"/>
                  </a:moveTo>
                  <a:lnTo>
                    <a:pt x="61976" y="0"/>
                  </a:lnTo>
                  <a:cubicBezTo>
                    <a:pt x="64135" y="0"/>
                    <a:pt x="65786" y="1651"/>
                    <a:pt x="65786" y="3810"/>
                  </a:cubicBezTo>
                  <a:cubicBezTo>
                    <a:pt x="65786" y="5969"/>
                    <a:pt x="64135" y="7620"/>
                    <a:pt x="61976" y="7620"/>
                  </a:cubicBez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234823" y="88773"/>
              <a:ext cx="7747" cy="103632"/>
            </a:xfrm>
            <a:custGeom>
              <a:avLst/>
              <a:gdLst/>
              <a:ahLst/>
              <a:cxnLst/>
              <a:rect r="r" b="b" t="t" l="l"/>
              <a:pathLst>
                <a:path h="103632" w="7747">
                  <a:moveTo>
                    <a:pt x="7620" y="3810"/>
                  </a:moveTo>
                  <a:lnTo>
                    <a:pt x="7747" y="99821"/>
                  </a:lnTo>
                  <a:cubicBezTo>
                    <a:pt x="7747" y="101980"/>
                    <a:pt x="6096" y="103631"/>
                    <a:pt x="3937" y="103631"/>
                  </a:cubicBezTo>
                  <a:cubicBezTo>
                    <a:pt x="1778" y="103631"/>
                    <a:pt x="127" y="101980"/>
                    <a:pt x="127" y="99821"/>
                  </a:cubicBez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151765" y="118237"/>
              <a:ext cx="65405" cy="7620"/>
            </a:xfrm>
            <a:custGeom>
              <a:avLst/>
              <a:gdLst/>
              <a:ahLst/>
              <a:cxnLst/>
              <a:rect r="r" b="b" t="t" l="l"/>
              <a:pathLst>
                <a:path h="7620" w="65405">
                  <a:moveTo>
                    <a:pt x="3810" y="0"/>
                  </a:moveTo>
                  <a:lnTo>
                    <a:pt x="61595" y="0"/>
                  </a:lnTo>
                  <a:cubicBezTo>
                    <a:pt x="63754" y="0"/>
                    <a:pt x="65405" y="1651"/>
                    <a:pt x="65405" y="3810"/>
                  </a:cubicBezTo>
                  <a:cubicBezTo>
                    <a:pt x="65405" y="5969"/>
                    <a:pt x="63754" y="7620"/>
                    <a:pt x="61595" y="7620"/>
                  </a:cubicBez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88642" y="175259"/>
              <a:ext cx="30767" cy="31115"/>
            </a:xfrm>
            <a:custGeom>
              <a:avLst/>
              <a:gdLst/>
              <a:ahLst/>
              <a:cxnLst/>
              <a:rect r="r" b="b" t="t" l="l"/>
              <a:pathLst>
                <a:path h="31115" w="30767">
                  <a:moveTo>
                    <a:pt x="1096" y="24638"/>
                  </a:moveTo>
                  <a:lnTo>
                    <a:pt x="24337" y="1143"/>
                  </a:lnTo>
                  <a:cubicBezTo>
                    <a:pt x="25861" y="-381"/>
                    <a:pt x="28274" y="-381"/>
                    <a:pt x="29671" y="1143"/>
                  </a:cubicBezTo>
                  <a:cubicBezTo>
                    <a:pt x="31068" y="2667"/>
                    <a:pt x="31195" y="5080"/>
                    <a:pt x="29671" y="6477"/>
                  </a:cubicBezTo>
                  <a:lnTo>
                    <a:pt x="6430" y="29972"/>
                  </a:lnTo>
                  <a:cubicBezTo>
                    <a:pt x="4906" y="31496"/>
                    <a:pt x="2493" y="31496"/>
                    <a:pt x="1096" y="29972"/>
                  </a:cubicBezTo>
                  <a:cubicBezTo>
                    <a:pt x="-301" y="28448"/>
                    <a:pt x="-428" y="26035"/>
                    <a:pt x="1096" y="2463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77038" y="187244"/>
              <a:ext cx="19177" cy="19083"/>
            </a:xfrm>
            <a:custGeom>
              <a:avLst/>
              <a:gdLst/>
              <a:ahLst/>
              <a:cxnLst/>
              <a:rect r="r" b="b" t="t" l="l"/>
              <a:pathLst>
                <a:path h="19083" w="19177">
                  <a:moveTo>
                    <a:pt x="6477" y="1096"/>
                  </a:moveTo>
                  <a:lnTo>
                    <a:pt x="18034" y="12653"/>
                  </a:lnTo>
                  <a:cubicBezTo>
                    <a:pt x="19558" y="14177"/>
                    <a:pt x="19558" y="16590"/>
                    <a:pt x="18034" y="17987"/>
                  </a:cubicBezTo>
                  <a:cubicBezTo>
                    <a:pt x="16510" y="19384"/>
                    <a:pt x="14097" y="19511"/>
                    <a:pt x="12700" y="17987"/>
                  </a:cubicBezTo>
                  <a:lnTo>
                    <a:pt x="1143" y="6430"/>
                  </a:lnTo>
                  <a:cubicBezTo>
                    <a:pt x="-381" y="4906"/>
                    <a:pt x="-381" y="2493"/>
                    <a:pt x="1143" y="1096"/>
                  </a:cubicBezTo>
                  <a:cubicBezTo>
                    <a:pt x="2667" y="-301"/>
                    <a:pt x="5080" y="-428"/>
                    <a:pt x="6477" y="1096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00076" y="153034"/>
              <a:ext cx="22987" cy="7747"/>
            </a:xfrm>
            <a:custGeom>
              <a:avLst/>
              <a:gdLst/>
              <a:ahLst/>
              <a:cxnLst/>
              <a:rect r="r" b="b" t="t" l="l"/>
              <a:pathLst>
                <a:path h="7747" w="22987">
                  <a:moveTo>
                    <a:pt x="3810" y="127"/>
                  </a:moveTo>
                  <a:lnTo>
                    <a:pt x="19177" y="0"/>
                  </a:lnTo>
                  <a:cubicBezTo>
                    <a:pt x="21336" y="0"/>
                    <a:pt x="22987" y="1651"/>
                    <a:pt x="22987" y="3810"/>
                  </a:cubicBezTo>
                  <a:cubicBezTo>
                    <a:pt x="22987" y="5969"/>
                    <a:pt x="21336" y="7620"/>
                    <a:pt x="19177" y="7620"/>
                  </a:cubicBezTo>
                  <a:lnTo>
                    <a:pt x="3810" y="7747"/>
                  </a:lnTo>
                  <a:cubicBezTo>
                    <a:pt x="1651" y="7747"/>
                    <a:pt x="0" y="6096"/>
                    <a:pt x="0" y="3937"/>
                  </a:cubicBezTo>
                  <a:cubicBezTo>
                    <a:pt x="0" y="1778"/>
                    <a:pt x="1651" y="127"/>
                    <a:pt x="3810" y="12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67310" y="308355"/>
              <a:ext cx="3295650" cy="19050"/>
            </a:xfrm>
            <a:custGeom>
              <a:avLst/>
              <a:gdLst/>
              <a:ahLst/>
              <a:cxnLst/>
              <a:rect r="r" b="b" t="t" l="l"/>
              <a:pathLst>
                <a:path h="19050" w="3295650">
                  <a:moveTo>
                    <a:pt x="0" y="0"/>
                  </a:moveTo>
                  <a:lnTo>
                    <a:pt x="3295650" y="0"/>
                  </a:lnTo>
                  <a:lnTo>
                    <a:pt x="32956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C9EF5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403999" y="2270672"/>
            <a:ext cx="5473947" cy="630658"/>
            <a:chOff x="0" y="0"/>
            <a:chExt cx="3426447" cy="39476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84582" y="75560"/>
              <a:ext cx="64897" cy="74427"/>
            </a:xfrm>
            <a:custGeom>
              <a:avLst/>
              <a:gdLst/>
              <a:ahLst/>
              <a:cxnLst/>
              <a:rect r="r" b="b" t="t" l="l"/>
              <a:pathLst>
                <a:path h="74427" w="64897">
                  <a:moveTo>
                    <a:pt x="7874" y="37344"/>
                  </a:moveTo>
                  <a:cubicBezTo>
                    <a:pt x="7874" y="41789"/>
                    <a:pt x="8128" y="45345"/>
                    <a:pt x="8636" y="48393"/>
                  </a:cubicBezTo>
                  <a:lnTo>
                    <a:pt x="4826" y="49028"/>
                  </a:lnTo>
                  <a:lnTo>
                    <a:pt x="8509" y="48012"/>
                  </a:lnTo>
                  <a:cubicBezTo>
                    <a:pt x="9144" y="50425"/>
                    <a:pt x="10287" y="53092"/>
                    <a:pt x="11557" y="55378"/>
                  </a:cubicBezTo>
                  <a:lnTo>
                    <a:pt x="8255" y="57283"/>
                  </a:lnTo>
                  <a:lnTo>
                    <a:pt x="11303" y="54997"/>
                  </a:lnTo>
                  <a:cubicBezTo>
                    <a:pt x="12827" y="57029"/>
                    <a:pt x="14986" y="59569"/>
                    <a:pt x="17653" y="61728"/>
                  </a:cubicBezTo>
                  <a:lnTo>
                    <a:pt x="15113" y="64649"/>
                  </a:lnTo>
                  <a:lnTo>
                    <a:pt x="17272" y="61474"/>
                  </a:lnTo>
                  <a:cubicBezTo>
                    <a:pt x="19939" y="63252"/>
                    <a:pt x="22733" y="64776"/>
                    <a:pt x="25273" y="65665"/>
                  </a:cubicBezTo>
                  <a:lnTo>
                    <a:pt x="23876" y="69221"/>
                  </a:lnTo>
                  <a:lnTo>
                    <a:pt x="24765" y="65538"/>
                  </a:lnTo>
                  <a:cubicBezTo>
                    <a:pt x="27940" y="66300"/>
                    <a:pt x="30988" y="66681"/>
                    <a:pt x="34417" y="66681"/>
                  </a:cubicBezTo>
                  <a:lnTo>
                    <a:pt x="34417" y="70491"/>
                  </a:lnTo>
                  <a:lnTo>
                    <a:pt x="33909" y="66681"/>
                  </a:lnTo>
                  <a:cubicBezTo>
                    <a:pt x="36703" y="66300"/>
                    <a:pt x="39751" y="65538"/>
                    <a:pt x="42291" y="64649"/>
                  </a:cubicBezTo>
                  <a:lnTo>
                    <a:pt x="43688" y="68205"/>
                  </a:lnTo>
                  <a:lnTo>
                    <a:pt x="42037" y="64776"/>
                  </a:lnTo>
                  <a:cubicBezTo>
                    <a:pt x="44577" y="63506"/>
                    <a:pt x="47117" y="61855"/>
                    <a:pt x="49530" y="59823"/>
                  </a:cubicBezTo>
                  <a:lnTo>
                    <a:pt x="51943" y="62744"/>
                  </a:lnTo>
                  <a:lnTo>
                    <a:pt x="49149" y="60077"/>
                  </a:lnTo>
                  <a:cubicBezTo>
                    <a:pt x="51308" y="57918"/>
                    <a:pt x="52959" y="55759"/>
                    <a:pt x="54483" y="53092"/>
                  </a:cubicBezTo>
                  <a:lnTo>
                    <a:pt x="57785" y="55124"/>
                  </a:lnTo>
                  <a:lnTo>
                    <a:pt x="54356" y="53473"/>
                  </a:lnTo>
                  <a:cubicBezTo>
                    <a:pt x="55245" y="51695"/>
                    <a:pt x="56007" y="49282"/>
                    <a:pt x="56642" y="46996"/>
                  </a:cubicBezTo>
                  <a:lnTo>
                    <a:pt x="60325" y="47885"/>
                  </a:lnTo>
                  <a:lnTo>
                    <a:pt x="56515" y="47377"/>
                  </a:lnTo>
                  <a:cubicBezTo>
                    <a:pt x="56896" y="44964"/>
                    <a:pt x="57023" y="40773"/>
                    <a:pt x="57023" y="30485"/>
                  </a:cubicBezTo>
                  <a:lnTo>
                    <a:pt x="60833" y="30485"/>
                  </a:lnTo>
                  <a:lnTo>
                    <a:pt x="57023" y="30612"/>
                  </a:lnTo>
                  <a:cubicBezTo>
                    <a:pt x="56896" y="29215"/>
                    <a:pt x="56642" y="27056"/>
                    <a:pt x="56007" y="24516"/>
                  </a:cubicBezTo>
                  <a:lnTo>
                    <a:pt x="59690" y="23627"/>
                  </a:lnTo>
                  <a:lnTo>
                    <a:pt x="56134" y="24897"/>
                  </a:lnTo>
                  <a:cubicBezTo>
                    <a:pt x="55372" y="22611"/>
                    <a:pt x="54102" y="20198"/>
                    <a:pt x="52832" y="18039"/>
                  </a:cubicBezTo>
                  <a:lnTo>
                    <a:pt x="56007" y="16007"/>
                  </a:lnTo>
                  <a:lnTo>
                    <a:pt x="52959" y="18293"/>
                  </a:lnTo>
                  <a:cubicBezTo>
                    <a:pt x="51816" y="16642"/>
                    <a:pt x="49911" y="14483"/>
                    <a:pt x="47879" y="12705"/>
                  </a:cubicBezTo>
                  <a:lnTo>
                    <a:pt x="50419" y="9911"/>
                  </a:lnTo>
                  <a:lnTo>
                    <a:pt x="48133" y="12959"/>
                  </a:lnTo>
                  <a:cubicBezTo>
                    <a:pt x="45847" y="11308"/>
                    <a:pt x="43942" y="10038"/>
                    <a:pt x="41529" y="8895"/>
                  </a:cubicBezTo>
                  <a:lnTo>
                    <a:pt x="43180" y="5466"/>
                  </a:lnTo>
                  <a:lnTo>
                    <a:pt x="41910" y="9022"/>
                  </a:lnTo>
                  <a:cubicBezTo>
                    <a:pt x="40005" y="8260"/>
                    <a:pt x="37592" y="7625"/>
                    <a:pt x="34798" y="7244"/>
                  </a:cubicBezTo>
                  <a:lnTo>
                    <a:pt x="35306" y="3434"/>
                  </a:lnTo>
                  <a:lnTo>
                    <a:pt x="35052" y="7244"/>
                  </a:lnTo>
                  <a:cubicBezTo>
                    <a:pt x="32258" y="7117"/>
                    <a:pt x="29718" y="7117"/>
                    <a:pt x="26924" y="7498"/>
                  </a:cubicBezTo>
                  <a:lnTo>
                    <a:pt x="26416" y="3688"/>
                  </a:lnTo>
                  <a:lnTo>
                    <a:pt x="27305" y="7371"/>
                  </a:lnTo>
                  <a:cubicBezTo>
                    <a:pt x="24638" y="8006"/>
                    <a:pt x="22479" y="8895"/>
                    <a:pt x="20193" y="9911"/>
                  </a:cubicBezTo>
                  <a:lnTo>
                    <a:pt x="19050" y="6990"/>
                  </a:lnTo>
                  <a:lnTo>
                    <a:pt x="21082" y="10165"/>
                  </a:lnTo>
                  <a:cubicBezTo>
                    <a:pt x="18796" y="11562"/>
                    <a:pt x="16891" y="13086"/>
                    <a:pt x="14859" y="14864"/>
                  </a:cubicBezTo>
                  <a:lnTo>
                    <a:pt x="12319" y="12070"/>
                  </a:lnTo>
                  <a:lnTo>
                    <a:pt x="15113" y="14610"/>
                  </a:lnTo>
                  <a:cubicBezTo>
                    <a:pt x="13589" y="16388"/>
                    <a:pt x="12065" y="18420"/>
                    <a:pt x="10922" y="20198"/>
                  </a:cubicBezTo>
                  <a:lnTo>
                    <a:pt x="7747" y="18166"/>
                  </a:lnTo>
                  <a:lnTo>
                    <a:pt x="11176" y="19817"/>
                  </a:lnTo>
                  <a:cubicBezTo>
                    <a:pt x="10033" y="21976"/>
                    <a:pt x="9271" y="24008"/>
                    <a:pt x="8636" y="26294"/>
                  </a:cubicBezTo>
                  <a:lnTo>
                    <a:pt x="4953" y="25278"/>
                  </a:lnTo>
                  <a:lnTo>
                    <a:pt x="8636" y="26040"/>
                  </a:lnTo>
                  <a:cubicBezTo>
                    <a:pt x="8255" y="28072"/>
                    <a:pt x="8128" y="29850"/>
                    <a:pt x="8001" y="37217"/>
                  </a:cubicBezTo>
                  <a:cubicBezTo>
                    <a:pt x="8001" y="39376"/>
                    <a:pt x="6223" y="41027"/>
                    <a:pt x="4191" y="41027"/>
                  </a:cubicBezTo>
                  <a:cubicBezTo>
                    <a:pt x="2159" y="41027"/>
                    <a:pt x="381" y="39249"/>
                    <a:pt x="381" y="37217"/>
                  </a:cubicBezTo>
                  <a:cubicBezTo>
                    <a:pt x="381" y="29723"/>
                    <a:pt x="635" y="27310"/>
                    <a:pt x="1143" y="24643"/>
                  </a:cubicBezTo>
                  <a:cubicBezTo>
                    <a:pt x="1143" y="24516"/>
                    <a:pt x="1143" y="24389"/>
                    <a:pt x="1270" y="24262"/>
                  </a:cubicBezTo>
                  <a:cubicBezTo>
                    <a:pt x="2032" y="21468"/>
                    <a:pt x="3048" y="19182"/>
                    <a:pt x="4318" y="16515"/>
                  </a:cubicBezTo>
                  <a:cubicBezTo>
                    <a:pt x="4318" y="16388"/>
                    <a:pt x="4445" y="16261"/>
                    <a:pt x="4445" y="16261"/>
                  </a:cubicBezTo>
                  <a:cubicBezTo>
                    <a:pt x="5842" y="13975"/>
                    <a:pt x="7620" y="11689"/>
                    <a:pt x="9525" y="9530"/>
                  </a:cubicBezTo>
                  <a:cubicBezTo>
                    <a:pt x="9652" y="9403"/>
                    <a:pt x="9652" y="9403"/>
                    <a:pt x="9779" y="9276"/>
                  </a:cubicBezTo>
                  <a:cubicBezTo>
                    <a:pt x="12192" y="7117"/>
                    <a:pt x="14478" y="5339"/>
                    <a:pt x="17272" y="3688"/>
                  </a:cubicBezTo>
                  <a:cubicBezTo>
                    <a:pt x="17399" y="3561"/>
                    <a:pt x="17526" y="3561"/>
                    <a:pt x="17653" y="3561"/>
                  </a:cubicBezTo>
                  <a:cubicBezTo>
                    <a:pt x="20320" y="2291"/>
                    <a:pt x="22987" y="1275"/>
                    <a:pt x="26162" y="513"/>
                  </a:cubicBezTo>
                  <a:cubicBezTo>
                    <a:pt x="26289" y="513"/>
                    <a:pt x="26416" y="386"/>
                    <a:pt x="26543" y="386"/>
                  </a:cubicBezTo>
                  <a:cubicBezTo>
                    <a:pt x="29972" y="5"/>
                    <a:pt x="32893" y="-122"/>
                    <a:pt x="36195" y="132"/>
                  </a:cubicBezTo>
                  <a:cubicBezTo>
                    <a:pt x="36322" y="132"/>
                    <a:pt x="36449" y="132"/>
                    <a:pt x="36449" y="132"/>
                  </a:cubicBezTo>
                  <a:cubicBezTo>
                    <a:pt x="39751" y="640"/>
                    <a:pt x="42545" y="1402"/>
                    <a:pt x="45085" y="2291"/>
                  </a:cubicBezTo>
                  <a:cubicBezTo>
                    <a:pt x="45212" y="2291"/>
                    <a:pt x="45339" y="2418"/>
                    <a:pt x="45466" y="2418"/>
                  </a:cubicBezTo>
                  <a:cubicBezTo>
                    <a:pt x="48260" y="3815"/>
                    <a:pt x="50673" y="5212"/>
                    <a:pt x="53340" y="7244"/>
                  </a:cubicBezTo>
                  <a:cubicBezTo>
                    <a:pt x="53467" y="7371"/>
                    <a:pt x="53594" y="7371"/>
                    <a:pt x="53594" y="7498"/>
                  </a:cubicBezTo>
                  <a:cubicBezTo>
                    <a:pt x="55880" y="9530"/>
                    <a:pt x="58166" y="12070"/>
                    <a:pt x="59563" y="14229"/>
                  </a:cubicBezTo>
                  <a:cubicBezTo>
                    <a:pt x="59563" y="14356"/>
                    <a:pt x="59690" y="14356"/>
                    <a:pt x="59690" y="14483"/>
                  </a:cubicBezTo>
                  <a:cubicBezTo>
                    <a:pt x="61214" y="17023"/>
                    <a:pt x="62611" y="19944"/>
                    <a:pt x="63627" y="22738"/>
                  </a:cubicBezTo>
                  <a:cubicBezTo>
                    <a:pt x="63627" y="22865"/>
                    <a:pt x="63754" y="22992"/>
                    <a:pt x="63754" y="23119"/>
                  </a:cubicBezTo>
                  <a:cubicBezTo>
                    <a:pt x="64516" y="26040"/>
                    <a:pt x="64897" y="28580"/>
                    <a:pt x="64897" y="30612"/>
                  </a:cubicBezTo>
                  <a:cubicBezTo>
                    <a:pt x="64897" y="30612"/>
                    <a:pt x="64897" y="30739"/>
                    <a:pt x="64897" y="30739"/>
                  </a:cubicBezTo>
                  <a:cubicBezTo>
                    <a:pt x="64897" y="40900"/>
                    <a:pt x="64770" y="45599"/>
                    <a:pt x="64389" y="48647"/>
                  </a:cubicBezTo>
                  <a:cubicBezTo>
                    <a:pt x="64389" y="48774"/>
                    <a:pt x="64389" y="48901"/>
                    <a:pt x="64262" y="49028"/>
                  </a:cubicBezTo>
                  <a:cubicBezTo>
                    <a:pt x="63627" y="51695"/>
                    <a:pt x="62611" y="54616"/>
                    <a:pt x="61468" y="57029"/>
                  </a:cubicBezTo>
                  <a:cubicBezTo>
                    <a:pt x="61468" y="57156"/>
                    <a:pt x="61341" y="57283"/>
                    <a:pt x="61341" y="57410"/>
                  </a:cubicBezTo>
                  <a:cubicBezTo>
                    <a:pt x="59436" y="60585"/>
                    <a:pt x="57404" y="63125"/>
                    <a:pt x="54991" y="65665"/>
                  </a:cubicBezTo>
                  <a:cubicBezTo>
                    <a:pt x="54864" y="65792"/>
                    <a:pt x="54737" y="65919"/>
                    <a:pt x="54610" y="65919"/>
                  </a:cubicBezTo>
                  <a:cubicBezTo>
                    <a:pt x="51689" y="68332"/>
                    <a:pt x="48641" y="70237"/>
                    <a:pt x="45593" y="71761"/>
                  </a:cubicBezTo>
                  <a:cubicBezTo>
                    <a:pt x="45466" y="71761"/>
                    <a:pt x="45339" y="71888"/>
                    <a:pt x="45212" y="71888"/>
                  </a:cubicBezTo>
                  <a:cubicBezTo>
                    <a:pt x="42164" y="73031"/>
                    <a:pt x="38481" y="73920"/>
                    <a:pt x="35052" y="74428"/>
                  </a:cubicBezTo>
                  <a:cubicBezTo>
                    <a:pt x="34925" y="74428"/>
                    <a:pt x="34798" y="74428"/>
                    <a:pt x="34544" y="74428"/>
                  </a:cubicBezTo>
                  <a:cubicBezTo>
                    <a:pt x="30480" y="74428"/>
                    <a:pt x="26797" y="74047"/>
                    <a:pt x="22987" y="73031"/>
                  </a:cubicBezTo>
                  <a:cubicBezTo>
                    <a:pt x="22860" y="73031"/>
                    <a:pt x="22733" y="72904"/>
                    <a:pt x="22479" y="72904"/>
                  </a:cubicBezTo>
                  <a:cubicBezTo>
                    <a:pt x="19304" y="71761"/>
                    <a:pt x="16129" y="69983"/>
                    <a:pt x="12954" y="67824"/>
                  </a:cubicBezTo>
                  <a:cubicBezTo>
                    <a:pt x="12827" y="67697"/>
                    <a:pt x="12700" y="67697"/>
                    <a:pt x="12573" y="67570"/>
                  </a:cubicBezTo>
                  <a:cubicBezTo>
                    <a:pt x="9652" y="65030"/>
                    <a:pt x="6985" y="62109"/>
                    <a:pt x="5080" y="59442"/>
                  </a:cubicBezTo>
                  <a:cubicBezTo>
                    <a:pt x="4953" y="59315"/>
                    <a:pt x="4953" y="59188"/>
                    <a:pt x="4826" y="59061"/>
                  </a:cubicBezTo>
                  <a:cubicBezTo>
                    <a:pt x="3175" y="56267"/>
                    <a:pt x="1778" y="52965"/>
                    <a:pt x="1016" y="50044"/>
                  </a:cubicBezTo>
                  <a:cubicBezTo>
                    <a:pt x="1016" y="49917"/>
                    <a:pt x="889" y="49790"/>
                    <a:pt x="889" y="49663"/>
                  </a:cubicBezTo>
                  <a:cubicBezTo>
                    <a:pt x="254" y="45980"/>
                    <a:pt x="127" y="42043"/>
                    <a:pt x="0" y="37344"/>
                  </a:cubicBezTo>
                  <a:cubicBezTo>
                    <a:pt x="0" y="35184"/>
                    <a:pt x="1651" y="33533"/>
                    <a:pt x="3810" y="33533"/>
                  </a:cubicBezTo>
                  <a:cubicBezTo>
                    <a:pt x="5969" y="33533"/>
                    <a:pt x="7620" y="35184"/>
                    <a:pt x="7620" y="3734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17700" y="103251"/>
              <a:ext cx="23031" cy="10697"/>
            </a:xfrm>
            <a:custGeom>
              <a:avLst/>
              <a:gdLst/>
              <a:ahLst/>
              <a:cxnLst/>
              <a:rect r="r" b="b" t="t" l="l"/>
              <a:pathLst>
                <a:path h="10697" w="23031">
                  <a:moveTo>
                    <a:pt x="17174" y="9526"/>
                  </a:moveTo>
                  <a:cubicBezTo>
                    <a:pt x="15523" y="8382"/>
                    <a:pt x="14253" y="7874"/>
                    <a:pt x="12856" y="7621"/>
                  </a:cubicBezTo>
                  <a:lnTo>
                    <a:pt x="13364" y="3810"/>
                  </a:lnTo>
                  <a:lnTo>
                    <a:pt x="13364" y="7621"/>
                  </a:lnTo>
                  <a:cubicBezTo>
                    <a:pt x="9300" y="7621"/>
                    <a:pt x="8411" y="7747"/>
                    <a:pt x="7395" y="8129"/>
                  </a:cubicBezTo>
                  <a:lnTo>
                    <a:pt x="6252" y="4445"/>
                  </a:lnTo>
                  <a:lnTo>
                    <a:pt x="8538" y="7493"/>
                  </a:lnTo>
                  <a:cubicBezTo>
                    <a:pt x="8157" y="7747"/>
                    <a:pt x="7522" y="8382"/>
                    <a:pt x="6633" y="9399"/>
                  </a:cubicBezTo>
                  <a:cubicBezTo>
                    <a:pt x="5236" y="10923"/>
                    <a:pt x="2823" y="11177"/>
                    <a:pt x="1299" y="9780"/>
                  </a:cubicBezTo>
                  <a:cubicBezTo>
                    <a:pt x="-225" y="8382"/>
                    <a:pt x="-479" y="5969"/>
                    <a:pt x="918" y="4445"/>
                  </a:cubicBezTo>
                  <a:cubicBezTo>
                    <a:pt x="1934" y="3175"/>
                    <a:pt x="3077" y="2159"/>
                    <a:pt x="3966" y="1397"/>
                  </a:cubicBezTo>
                  <a:cubicBezTo>
                    <a:pt x="4347" y="1143"/>
                    <a:pt x="4728" y="889"/>
                    <a:pt x="5109" y="762"/>
                  </a:cubicBezTo>
                  <a:cubicBezTo>
                    <a:pt x="7268" y="127"/>
                    <a:pt x="9173" y="0"/>
                    <a:pt x="13237" y="0"/>
                  </a:cubicBezTo>
                  <a:cubicBezTo>
                    <a:pt x="13364" y="0"/>
                    <a:pt x="13618" y="0"/>
                    <a:pt x="13745" y="0"/>
                  </a:cubicBezTo>
                  <a:cubicBezTo>
                    <a:pt x="16539" y="381"/>
                    <a:pt x="18952" y="1524"/>
                    <a:pt x="21365" y="3175"/>
                  </a:cubicBezTo>
                  <a:cubicBezTo>
                    <a:pt x="23143" y="4318"/>
                    <a:pt x="23524" y="6731"/>
                    <a:pt x="22381" y="8509"/>
                  </a:cubicBezTo>
                  <a:cubicBezTo>
                    <a:pt x="21238" y="10288"/>
                    <a:pt x="18825" y="10669"/>
                    <a:pt x="17047" y="9526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93370" y="103601"/>
              <a:ext cx="22824" cy="11196"/>
            </a:xfrm>
            <a:custGeom>
              <a:avLst/>
              <a:gdLst/>
              <a:ahLst/>
              <a:cxnLst/>
              <a:rect r="r" b="b" t="t" l="l"/>
              <a:pathLst>
                <a:path h="11196" w="22824">
                  <a:moveTo>
                    <a:pt x="15723" y="8922"/>
                  </a:moveTo>
                  <a:cubicBezTo>
                    <a:pt x="15469" y="8286"/>
                    <a:pt x="15342" y="8032"/>
                    <a:pt x="14326" y="7397"/>
                  </a:cubicBezTo>
                  <a:lnTo>
                    <a:pt x="16485" y="4349"/>
                  </a:lnTo>
                  <a:lnTo>
                    <a:pt x="15469" y="8032"/>
                  </a:lnTo>
                  <a:cubicBezTo>
                    <a:pt x="14199" y="7651"/>
                    <a:pt x="11913" y="7524"/>
                    <a:pt x="8611" y="7524"/>
                  </a:cubicBezTo>
                  <a:lnTo>
                    <a:pt x="8484" y="3714"/>
                  </a:lnTo>
                  <a:lnTo>
                    <a:pt x="9500" y="7397"/>
                  </a:lnTo>
                  <a:cubicBezTo>
                    <a:pt x="7722" y="7905"/>
                    <a:pt x="7722" y="8159"/>
                    <a:pt x="7595" y="8159"/>
                  </a:cubicBezTo>
                  <a:lnTo>
                    <a:pt x="5055" y="5365"/>
                  </a:lnTo>
                  <a:lnTo>
                    <a:pt x="8230" y="7397"/>
                  </a:lnTo>
                  <a:lnTo>
                    <a:pt x="6960" y="9430"/>
                  </a:lnTo>
                  <a:cubicBezTo>
                    <a:pt x="5817" y="11208"/>
                    <a:pt x="3531" y="11716"/>
                    <a:pt x="1753" y="10573"/>
                  </a:cubicBezTo>
                  <a:cubicBezTo>
                    <a:pt x="-25" y="9430"/>
                    <a:pt x="-533" y="7143"/>
                    <a:pt x="610" y="5365"/>
                  </a:cubicBezTo>
                  <a:lnTo>
                    <a:pt x="1880" y="3333"/>
                  </a:lnTo>
                  <a:cubicBezTo>
                    <a:pt x="2007" y="3079"/>
                    <a:pt x="2261" y="2825"/>
                    <a:pt x="2515" y="2571"/>
                  </a:cubicBezTo>
                  <a:cubicBezTo>
                    <a:pt x="3785" y="1428"/>
                    <a:pt x="5182" y="793"/>
                    <a:pt x="7468" y="158"/>
                  </a:cubicBezTo>
                  <a:cubicBezTo>
                    <a:pt x="7722" y="31"/>
                    <a:pt x="8103" y="31"/>
                    <a:pt x="8357" y="31"/>
                  </a:cubicBezTo>
                  <a:cubicBezTo>
                    <a:pt x="11786" y="-96"/>
                    <a:pt x="15088" y="158"/>
                    <a:pt x="17374" y="793"/>
                  </a:cubicBezTo>
                  <a:cubicBezTo>
                    <a:pt x="17755" y="920"/>
                    <a:pt x="18136" y="1047"/>
                    <a:pt x="18517" y="1301"/>
                  </a:cubicBezTo>
                  <a:cubicBezTo>
                    <a:pt x="20549" y="2698"/>
                    <a:pt x="21565" y="3968"/>
                    <a:pt x="22454" y="5746"/>
                  </a:cubicBezTo>
                  <a:cubicBezTo>
                    <a:pt x="23343" y="7524"/>
                    <a:pt x="22581" y="9938"/>
                    <a:pt x="20676" y="10826"/>
                  </a:cubicBezTo>
                  <a:cubicBezTo>
                    <a:pt x="18771" y="11716"/>
                    <a:pt x="16485" y="10954"/>
                    <a:pt x="15596" y="9049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153791" y="205006"/>
              <a:ext cx="18394" cy="13054"/>
            </a:xfrm>
            <a:custGeom>
              <a:avLst/>
              <a:gdLst/>
              <a:ahLst/>
              <a:cxnLst/>
              <a:rect r="r" b="b" t="t" l="l"/>
              <a:pathLst>
                <a:path h="13054" w="18394">
                  <a:moveTo>
                    <a:pt x="17913" y="5561"/>
                  </a:moveTo>
                  <a:cubicBezTo>
                    <a:pt x="16897" y="7466"/>
                    <a:pt x="15754" y="9117"/>
                    <a:pt x="14484" y="10260"/>
                  </a:cubicBezTo>
                  <a:cubicBezTo>
                    <a:pt x="14357" y="10387"/>
                    <a:pt x="14230" y="10514"/>
                    <a:pt x="14103" y="10641"/>
                  </a:cubicBezTo>
                  <a:cubicBezTo>
                    <a:pt x="12452" y="11784"/>
                    <a:pt x="11055" y="12419"/>
                    <a:pt x="9150" y="12800"/>
                  </a:cubicBezTo>
                  <a:cubicBezTo>
                    <a:pt x="8896" y="12800"/>
                    <a:pt x="8642" y="12927"/>
                    <a:pt x="8388" y="12927"/>
                  </a:cubicBezTo>
                  <a:lnTo>
                    <a:pt x="3943" y="13054"/>
                  </a:lnTo>
                  <a:cubicBezTo>
                    <a:pt x="1784" y="13054"/>
                    <a:pt x="133" y="11403"/>
                    <a:pt x="6" y="9371"/>
                  </a:cubicBezTo>
                  <a:cubicBezTo>
                    <a:pt x="-121" y="7339"/>
                    <a:pt x="1657" y="5561"/>
                    <a:pt x="3689" y="5434"/>
                  </a:cubicBezTo>
                  <a:lnTo>
                    <a:pt x="8134" y="5307"/>
                  </a:lnTo>
                  <a:lnTo>
                    <a:pt x="8261" y="9117"/>
                  </a:lnTo>
                  <a:lnTo>
                    <a:pt x="7372" y="5434"/>
                  </a:lnTo>
                  <a:cubicBezTo>
                    <a:pt x="8388" y="5180"/>
                    <a:pt x="8896" y="4926"/>
                    <a:pt x="9785" y="4418"/>
                  </a:cubicBezTo>
                  <a:lnTo>
                    <a:pt x="11944" y="7593"/>
                  </a:lnTo>
                  <a:lnTo>
                    <a:pt x="9277" y="4799"/>
                  </a:lnTo>
                  <a:cubicBezTo>
                    <a:pt x="9658" y="4418"/>
                    <a:pt x="10293" y="3656"/>
                    <a:pt x="11182" y="2005"/>
                  </a:cubicBezTo>
                  <a:cubicBezTo>
                    <a:pt x="12198" y="100"/>
                    <a:pt x="14484" y="-535"/>
                    <a:pt x="16389" y="481"/>
                  </a:cubicBezTo>
                  <a:cubicBezTo>
                    <a:pt x="18294" y="1497"/>
                    <a:pt x="18929" y="3783"/>
                    <a:pt x="17913" y="568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63366" y="201924"/>
              <a:ext cx="14543" cy="16009"/>
            </a:xfrm>
            <a:custGeom>
              <a:avLst/>
              <a:gdLst/>
              <a:ahLst/>
              <a:cxnLst/>
              <a:rect r="r" b="b" t="t" l="l"/>
              <a:pathLst>
                <a:path h="16009" w="14543">
                  <a:moveTo>
                    <a:pt x="10294" y="16009"/>
                  </a:moveTo>
                  <a:cubicBezTo>
                    <a:pt x="8389" y="15755"/>
                    <a:pt x="6611" y="14993"/>
                    <a:pt x="5087" y="14104"/>
                  </a:cubicBezTo>
                  <a:cubicBezTo>
                    <a:pt x="4833" y="13977"/>
                    <a:pt x="4706" y="13850"/>
                    <a:pt x="4452" y="13723"/>
                  </a:cubicBezTo>
                  <a:cubicBezTo>
                    <a:pt x="2801" y="12326"/>
                    <a:pt x="1531" y="10548"/>
                    <a:pt x="769" y="8770"/>
                  </a:cubicBezTo>
                  <a:cubicBezTo>
                    <a:pt x="642" y="8516"/>
                    <a:pt x="642" y="8262"/>
                    <a:pt x="515" y="8135"/>
                  </a:cubicBezTo>
                  <a:cubicBezTo>
                    <a:pt x="261" y="6865"/>
                    <a:pt x="134" y="5468"/>
                    <a:pt x="7" y="3944"/>
                  </a:cubicBezTo>
                  <a:cubicBezTo>
                    <a:pt x="-120" y="1785"/>
                    <a:pt x="1531" y="134"/>
                    <a:pt x="3690" y="7"/>
                  </a:cubicBezTo>
                  <a:cubicBezTo>
                    <a:pt x="5849" y="-120"/>
                    <a:pt x="7500" y="1531"/>
                    <a:pt x="7627" y="3690"/>
                  </a:cubicBezTo>
                  <a:cubicBezTo>
                    <a:pt x="7627" y="4833"/>
                    <a:pt x="7754" y="5849"/>
                    <a:pt x="8008" y="6484"/>
                  </a:cubicBezTo>
                  <a:lnTo>
                    <a:pt x="4325" y="7246"/>
                  </a:lnTo>
                  <a:lnTo>
                    <a:pt x="7754" y="5722"/>
                  </a:lnTo>
                  <a:cubicBezTo>
                    <a:pt x="8008" y="6357"/>
                    <a:pt x="8643" y="7246"/>
                    <a:pt x="9532" y="8008"/>
                  </a:cubicBezTo>
                  <a:lnTo>
                    <a:pt x="6992" y="10802"/>
                  </a:lnTo>
                  <a:lnTo>
                    <a:pt x="8897" y="7500"/>
                  </a:lnTo>
                  <a:cubicBezTo>
                    <a:pt x="9532" y="7881"/>
                    <a:pt x="10421" y="8262"/>
                    <a:pt x="11310" y="8389"/>
                  </a:cubicBezTo>
                  <a:cubicBezTo>
                    <a:pt x="13342" y="8643"/>
                    <a:pt x="14866" y="10675"/>
                    <a:pt x="14485" y="12707"/>
                  </a:cubicBezTo>
                  <a:cubicBezTo>
                    <a:pt x="14104" y="14739"/>
                    <a:pt x="12199" y="16263"/>
                    <a:pt x="10167" y="15882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63500" y="179445"/>
              <a:ext cx="7754" cy="11317"/>
            </a:xfrm>
            <a:custGeom>
              <a:avLst/>
              <a:gdLst/>
              <a:ahLst/>
              <a:cxnLst/>
              <a:rect r="r" b="b" t="t" l="l"/>
              <a:pathLst>
                <a:path h="11317" w="7754">
                  <a:moveTo>
                    <a:pt x="0" y="7373"/>
                  </a:moveTo>
                  <a:lnTo>
                    <a:pt x="127" y="3690"/>
                  </a:lnTo>
                  <a:cubicBezTo>
                    <a:pt x="127" y="1531"/>
                    <a:pt x="1905" y="-120"/>
                    <a:pt x="4064" y="7"/>
                  </a:cubicBezTo>
                  <a:cubicBezTo>
                    <a:pt x="6223" y="134"/>
                    <a:pt x="7874" y="1785"/>
                    <a:pt x="7747" y="3944"/>
                  </a:cubicBezTo>
                  <a:lnTo>
                    <a:pt x="7620" y="7627"/>
                  </a:lnTo>
                  <a:cubicBezTo>
                    <a:pt x="7620" y="9786"/>
                    <a:pt x="5842" y="11437"/>
                    <a:pt x="3683" y="11310"/>
                  </a:cubicBezTo>
                  <a:cubicBezTo>
                    <a:pt x="1524" y="11183"/>
                    <a:pt x="0" y="9405"/>
                    <a:pt x="0" y="737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94257" y="146873"/>
              <a:ext cx="46906" cy="25865"/>
            </a:xfrm>
            <a:custGeom>
              <a:avLst/>
              <a:gdLst/>
              <a:ahLst/>
              <a:cxnLst/>
              <a:rect r="r" b="b" t="t" l="l"/>
              <a:pathLst>
                <a:path h="25865" w="46906">
                  <a:moveTo>
                    <a:pt x="46078" y="5782"/>
                  </a:moveTo>
                  <a:cubicBezTo>
                    <a:pt x="43157" y="10608"/>
                    <a:pt x="40744" y="14291"/>
                    <a:pt x="38204" y="17593"/>
                  </a:cubicBezTo>
                  <a:cubicBezTo>
                    <a:pt x="38077" y="17720"/>
                    <a:pt x="38077" y="17847"/>
                    <a:pt x="37950" y="17847"/>
                  </a:cubicBezTo>
                  <a:cubicBezTo>
                    <a:pt x="35537" y="20387"/>
                    <a:pt x="32870" y="22673"/>
                    <a:pt x="30203" y="24324"/>
                  </a:cubicBezTo>
                  <a:cubicBezTo>
                    <a:pt x="29949" y="24451"/>
                    <a:pt x="29695" y="24578"/>
                    <a:pt x="29441" y="24705"/>
                  </a:cubicBezTo>
                  <a:cubicBezTo>
                    <a:pt x="26393" y="25721"/>
                    <a:pt x="23345" y="26102"/>
                    <a:pt x="20297" y="25721"/>
                  </a:cubicBezTo>
                  <a:cubicBezTo>
                    <a:pt x="20170" y="25721"/>
                    <a:pt x="19916" y="25721"/>
                    <a:pt x="19789" y="25594"/>
                  </a:cubicBezTo>
                  <a:cubicBezTo>
                    <a:pt x="18138" y="25213"/>
                    <a:pt x="16360" y="24451"/>
                    <a:pt x="13947" y="22927"/>
                  </a:cubicBezTo>
                  <a:cubicBezTo>
                    <a:pt x="13820" y="22800"/>
                    <a:pt x="13693" y="22800"/>
                    <a:pt x="13566" y="22673"/>
                  </a:cubicBezTo>
                  <a:cubicBezTo>
                    <a:pt x="10772" y="20387"/>
                    <a:pt x="8232" y="17847"/>
                    <a:pt x="5692" y="14545"/>
                  </a:cubicBezTo>
                  <a:cubicBezTo>
                    <a:pt x="5565" y="14418"/>
                    <a:pt x="5565" y="14418"/>
                    <a:pt x="5565" y="14291"/>
                  </a:cubicBezTo>
                  <a:cubicBezTo>
                    <a:pt x="4041" y="11878"/>
                    <a:pt x="2263" y="9084"/>
                    <a:pt x="485" y="6036"/>
                  </a:cubicBezTo>
                  <a:cubicBezTo>
                    <a:pt x="-531" y="4258"/>
                    <a:pt x="104" y="1845"/>
                    <a:pt x="1882" y="829"/>
                  </a:cubicBezTo>
                  <a:cubicBezTo>
                    <a:pt x="3660" y="-187"/>
                    <a:pt x="6073" y="448"/>
                    <a:pt x="7089" y="2226"/>
                  </a:cubicBezTo>
                  <a:cubicBezTo>
                    <a:pt x="8867" y="5274"/>
                    <a:pt x="10518" y="7941"/>
                    <a:pt x="12042" y="10227"/>
                  </a:cubicBezTo>
                  <a:lnTo>
                    <a:pt x="8867" y="12386"/>
                  </a:lnTo>
                  <a:lnTo>
                    <a:pt x="11788" y="9973"/>
                  </a:lnTo>
                  <a:cubicBezTo>
                    <a:pt x="14074" y="12894"/>
                    <a:pt x="16233" y="15053"/>
                    <a:pt x="18519" y="16831"/>
                  </a:cubicBezTo>
                  <a:lnTo>
                    <a:pt x="16106" y="19752"/>
                  </a:lnTo>
                  <a:lnTo>
                    <a:pt x="18011" y="16450"/>
                  </a:lnTo>
                  <a:cubicBezTo>
                    <a:pt x="20043" y="17720"/>
                    <a:pt x="21059" y="17974"/>
                    <a:pt x="21821" y="18228"/>
                  </a:cubicBezTo>
                  <a:lnTo>
                    <a:pt x="20932" y="21911"/>
                  </a:lnTo>
                  <a:lnTo>
                    <a:pt x="21313" y="18101"/>
                  </a:lnTo>
                  <a:cubicBezTo>
                    <a:pt x="23218" y="18355"/>
                    <a:pt x="25250" y="18101"/>
                    <a:pt x="27282" y="17466"/>
                  </a:cubicBezTo>
                  <a:lnTo>
                    <a:pt x="28425" y="21022"/>
                  </a:lnTo>
                  <a:lnTo>
                    <a:pt x="26520" y="17720"/>
                  </a:lnTo>
                  <a:cubicBezTo>
                    <a:pt x="28552" y="16450"/>
                    <a:pt x="30711" y="14672"/>
                    <a:pt x="32743" y="12513"/>
                  </a:cubicBezTo>
                  <a:lnTo>
                    <a:pt x="35537" y="15180"/>
                  </a:lnTo>
                  <a:lnTo>
                    <a:pt x="32489" y="12894"/>
                  </a:lnTo>
                  <a:cubicBezTo>
                    <a:pt x="34775" y="9973"/>
                    <a:pt x="37061" y="6544"/>
                    <a:pt x="39855" y="1845"/>
                  </a:cubicBezTo>
                  <a:cubicBezTo>
                    <a:pt x="40998" y="67"/>
                    <a:pt x="43284" y="-568"/>
                    <a:pt x="45062" y="575"/>
                  </a:cubicBezTo>
                  <a:cubicBezTo>
                    <a:pt x="46840" y="1718"/>
                    <a:pt x="47475" y="4004"/>
                    <a:pt x="46332" y="5782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229384" y="63522"/>
              <a:ext cx="13193" cy="16114"/>
            </a:xfrm>
            <a:custGeom>
              <a:avLst/>
              <a:gdLst/>
              <a:ahLst/>
              <a:cxnLst/>
              <a:rect r="r" b="b" t="t" l="l"/>
              <a:pathLst>
                <a:path h="16114" w="13193">
                  <a:moveTo>
                    <a:pt x="4550" y="105"/>
                  </a:moveTo>
                  <a:cubicBezTo>
                    <a:pt x="6455" y="486"/>
                    <a:pt x="8106" y="1248"/>
                    <a:pt x="9630" y="2391"/>
                  </a:cubicBezTo>
                  <a:cubicBezTo>
                    <a:pt x="9884" y="2518"/>
                    <a:pt x="10011" y="2772"/>
                    <a:pt x="10265" y="2899"/>
                  </a:cubicBezTo>
                  <a:cubicBezTo>
                    <a:pt x="11535" y="4296"/>
                    <a:pt x="12297" y="5820"/>
                    <a:pt x="12932" y="7725"/>
                  </a:cubicBezTo>
                  <a:cubicBezTo>
                    <a:pt x="13059" y="8106"/>
                    <a:pt x="13059" y="8360"/>
                    <a:pt x="13059" y="8741"/>
                  </a:cubicBezTo>
                  <a:lnTo>
                    <a:pt x="13186" y="12170"/>
                  </a:lnTo>
                  <a:cubicBezTo>
                    <a:pt x="13313" y="14329"/>
                    <a:pt x="11662" y="15980"/>
                    <a:pt x="9503" y="16107"/>
                  </a:cubicBezTo>
                  <a:cubicBezTo>
                    <a:pt x="7344" y="16234"/>
                    <a:pt x="5693" y="14583"/>
                    <a:pt x="5566" y="12424"/>
                  </a:cubicBezTo>
                  <a:lnTo>
                    <a:pt x="5439" y="8995"/>
                  </a:lnTo>
                  <a:lnTo>
                    <a:pt x="9249" y="8868"/>
                  </a:lnTo>
                  <a:lnTo>
                    <a:pt x="5566" y="10011"/>
                  </a:lnTo>
                  <a:cubicBezTo>
                    <a:pt x="5312" y="9122"/>
                    <a:pt x="4931" y="8487"/>
                    <a:pt x="4423" y="7852"/>
                  </a:cubicBezTo>
                  <a:lnTo>
                    <a:pt x="7344" y="5312"/>
                  </a:lnTo>
                  <a:lnTo>
                    <a:pt x="5058" y="8360"/>
                  </a:lnTo>
                  <a:cubicBezTo>
                    <a:pt x="4550" y="7979"/>
                    <a:pt x="3915" y="7725"/>
                    <a:pt x="3026" y="7471"/>
                  </a:cubicBezTo>
                  <a:cubicBezTo>
                    <a:pt x="994" y="7090"/>
                    <a:pt x="-403" y="5058"/>
                    <a:pt x="105" y="3026"/>
                  </a:cubicBezTo>
                  <a:cubicBezTo>
                    <a:pt x="613" y="994"/>
                    <a:pt x="2518" y="-403"/>
                    <a:pt x="4550" y="105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227578" y="148330"/>
              <a:ext cx="14865" cy="15247"/>
            </a:xfrm>
            <a:custGeom>
              <a:avLst/>
              <a:gdLst/>
              <a:ahLst/>
              <a:cxnLst/>
              <a:rect r="r" b="b" t="t" l="l"/>
              <a:pathLst>
                <a:path h="15247" w="14865">
                  <a:moveTo>
                    <a:pt x="14865" y="4071"/>
                  </a:moveTo>
                  <a:cubicBezTo>
                    <a:pt x="14865" y="6484"/>
                    <a:pt x="14484" y="8389"/>
                    <a:pt x="13722" y="10040"/>
                  </a:cubicBezTo>
                  <a:cubicBezTo>
                    <a:pt x="13595" y="10294"/>
                    <a:pt x="13468" y="10548"/>
                    <a:pt x="13341" y="10802"/>
                  </a:cubicBezTo>
                  <a:cubicBezTo>
                    <a:pt x="12071" y="12707"/>
                    <a:pt x="10801" y="13850"/>
                    <a:pt x="8642" y="14739"/>
                  </a:cubicBezTo>
                  <a:cubicBezTo>
                    <a:pt x="8388" y="14866"/>
                    <a:pt x="8007" y="14993"/>
                    <a:pt x="7753" y="14993"/>
                  </a:cubicBezTo>
                  <a:cubicBezTo>
                    <a:pt x="6737" y="15120"/>
                    <a:pt x="5467" y="15247"/>
                    <a:pt x="3943" y="15247"/>
                  </a:cubicBezTo>
                  <a:cubicBezTo>
                    <a:pt x="1784" y="15247"/>
                    <a:pt x="133" y="13596"/>
                    <a:pt x="6" y="11564"/>
                  </a:cubicBezTo>
                  <a:cubicBezTo>
                    <a:pt x="-121" y="9532"/>
                    <a:pt x="1657" y="7754"/>
                    <a:pt x="3689" y="7627"/>
                  </a:cubicBezTo>
                  <a:cubicBezTo>
                    <a:pt x="4959" y="7627"/>
                    <a:pt x="5848" y="7500"/>
                    <a:pt x="6356" y="7373"/>
                  </a:cubicBezTo>
                  <a:lnTo>
                    <a:pt x="6991" y="11056"/>
                  </a:lnTo>
                  <a:lnTo>
                    <a:pt x="5467" y="7627"/>
                  </a:lnTo>
                  <a:cubicBezTo>
                    <a:pt x="6229" y="7246"/>
                    <a:pt x="6483" y="7119"/>
                    <a:pt x="7118" y="6230"/>
                  </a:cubicBezTo>
                  <a:lnTo>
                    <a:pt x="10166" y="8389"/>
                  </a:lnTo>
                  <a:lnTo>
                    <a:pt x="6610" y="6992"/>
                  </a:lnTo>
                  <a:cubicBezTo>
                    <a:pt x="6864" y="6357"/>
                    <a:pt x="7118" y="5468"/>
                    <a:pt x="7118" y="3690"/>
                  </a:cubicBezTo>
                  <a:cubicBezTo>
                    <a:pt x="7118" y="1531"/>
                    <a:pt x="8896" y="-120"/>
                    <a:pt x="10928" y="7"/>
                  </a:cubicBezTo>
                  <a:cubicBezTo>
                    <a:pt x="12960" y="134"/>
                    <a:pt x="14738" y="1785"/>
                    <a:pt x="14611" y="381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175514" y="155830"/>
              <a:ext cx="29845" cy="7874"/>
            </a:xfrm>
            <a:custGeom>
              <a:avLst/>
              <a:gdLst/>
              <a:ahLst/>
              <a:cxnLst/>
              <a:rect r="r" b="b" t="t" l="l"/>
              <a:pathLst>
                <a:path h="7874" w="29845">
                  <a:moveTo>
                    <a:pt x="25908" y="7874"/>
                  </a:moveTo>
                  <a:cubicBezTo>
                    <a:pt x="21336" y="7747"/>
                    <a:pt x="13970" y="7620"/>
                    <a:pt x="3810" y="7620"/>
                  </a:cubicBez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cubicBezTo>
                    <a:pt x="13970" y="0"/>
                    <a:pt x="21463" y="127"/>
                    <a:pt x="26162" y="254"/>
                  </a:cubicBezTo>
                  <a:cubicBezTo>
                    <a:pt x="28321" y="381"/>
                    <a:pt x="29845" y="2032"/>
                    <a:pt x="29845" y="4191"/>
                  </a:cubicBezTo>
                  <a:cubicBezTo>
                    <a:pt x="29845" y="6350"/>
                    <a:pt x="28067" y="7874"/>
                    <a:pt x="25908" y="787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84836" y="107061"/>
              <a:ext cx="16129" cy="7620"/>
            </a:xfrm>
            <a:custGeom>
              <a:avLst/>
              <a:gdLst/>
              <a:ahLst/>
              <a:cxnLst/>
              <a:rect r="r" b="b" t="t" l="l"/>
              <a:pathLst>
                <a:path h="7620" w="16129">
                  <a:moveTo>
                    <a:pt x="12319" y="7621"/>
                  </a:moveTo>
                  <a:lnTo>
                    <a:pt x="3810" y="7621"/>
                  </a:lnTo>
                  <a:cubicBezTo>
                    <a:pt x="1651" y="7621"/>
                    <a:pt x="0" y="5970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lnTo>
                    <a:pt x="12319" y="0"/>
                  </a:lnTo>
                  <a:cubicBezTo>
                    <a:pt x="14478" y="0"/>
                    <a:pt x="16129" y="1651"/>
                    <a:pt x="16129" y="3810"/>
                  </a:cubicBezTo>
                  <a:cubicBezTo>
                    <a:pt x="16129" y="5970"/>
                    <a:pt x="14478" y="7621"/>
                    <a:pt x="12319" y="762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93440" y="107013"/>
              <a:ext cx="23019" cy="17702"/>
            </a:xfrm>
            <a:custGeom>
              <a:avLst/>
              <a:gdLst/>
              <a:ahLst/>
              <a:cxnLst/>
              <a:rect r="r" b="b" t="t" l="l"/>
              <a:pathLst>
                <a:path h="17702" w="23019">
                  <a:moveTo>
                    <a:pt x="22511" y="2716"/>
                  </a:moveTo>
                  <a:cubicBezTo>
                    <a:pt x="23019" y="4494"/>
                    <a:pt x="23146" y="6272"/>
                    <a:pt x="22892" y="8050"/>
                  </a:cubicBezTo>
                  <a:lnTo>
                    <a:pt x="19209" y="7415"/>
                  </a:lnTo>
                  <a:lnTo>
                    <a:pt x="22892" y="8050"/>
                  </a:lnTo>
                  <a:cubicBezTo>
                    <a:pt x="22638" y="9828"/>
                    <a:pt x="21876" y="11479"/>
                    <a:pt x="20860" y="13003"/>
                  </a:cubicBezTo>
                  <a:lnTo>
                    <a:pt x="17812" y="10717"/>
                  </a:lnTo>
                  <a:lnTo>
                    <a:pt x="20860" y="13003"/>
                  </a:lnTo>
                  <a:cubicBezTo>
                    <a:pt x="19717" y="14527"/>
                    <a:pt x="18447" y="15670"/>
                    <a:pt x="16796" y="16432"/>
                  </a:cubicBezTo>
                  <a:lnTo>
                    <a:pt x="15018" y="13003"/>
                  </a:lnTo>
                  <a:lnTo>
                    <a:pt x="16796" y="16432"/>
                  </a:lnTo>
                  <a:cubicBezTo>
                    <a:pt x="15145" y="17321"/>
                    <a:pt x="13367" y="17702"/>
                    <a:pt x="11589" y="17702"/>
                  </a:cubicBezTo>
                  <a:cubicBezTo>
                    <a:pt x="9811" y="17702"/>
                    <a:pt x="8033" y="17321"/>
                    <a:pt x="6382" y="16432"/>
                  </a:cubicBezTo>
                  <a:lnTo>
                    <a:pt x="8033" y="13003"/>
                  </a:lnTo>
                  <a:lnTo>
                    <a:pt x="6382" y="16432"/>
                  </a:lnTo>
                  <a:cubicBezTo>
                    <a:pt x="4731" y="15670"/>
                    <a:pt x="3334" y="14400"/>
                    <a:pt x="2318" y="13003"/>
                  </a:cubicBezTo>
                  <a:lnTo>
                    <a:pt x="5366" y="10717"/>
                  </a:lnTo>
                  <a:lnTo>
                    <a:pt x="2318" y="13003"/>
                  </a:lnTo>
                  <a:cubicBezTo>
                    <a:pt x="1175" y="11479"/>
                    <a:pt x="540" y="9828"/>
                    <a:pt x="159" y="8050"/>
                  </a:cubicBezTo>
                  <a:lnTo>
                    <a:pt x="3842" y="7415"/>
                  </a:lnTo>
                  <a:lnTo>
                    <a:pt x="159" y="8050"/>
                  </a:lnTo>
                  <a:cubicBezTo>
                    <a:pt x="-95" y="6272"/>
                    <a:pt x="-95" y="4494"/>
                    <a:pt x="540" y="2716"/>
                  </a:cubicBezTo>
                  <a:cubicBezTo>
                    <a:pt x="1175" y="683"/>
                    <a:pt x="3207" y="-460"/>
                    <a:pt x="5239" y="175"/>
                  </a:cubicBezTo>
                  <a:cubicBezTo>
                    <a:pt x="7271" y="810"/>
                    <a:pt x="8414" y="2843"/>
                    <a:pt x="7779" y="4875"/>
                  </a:cubicBezTo>
                  <a:cubicBezTo>
                    <a:pt x="7652" y="5510"/>
                    <a:pt x="7525" y="6145"/>
                    <a:pt x="7652" y="6780"/>
                  </a:cubicBezTo>
                  <a:cubicBezTo>
                    <a:pt x="7779" y="7415"/>
                    <a:pt x="8033" y="7923"/>
                    <a:pt x="8414" y="8431"/>
                  </a:cubicBezTo>
                  <a:cubicBezTo>
                    <a:pt x="8795" y="8939"/>
                    <a:pt x="9303" y="9320"/>
                    <a:pt x="9811" y="9574"/>
                  </a:cubicBezTo>
                  <a:cubicBezTo>
                    <a:pt x="10319" y="9828"/>
                    <a:pt x="10954" y="9955"/>
                    <a:pt x="11589" y="9955"/>
                  </a:cubicBezTo>
                  <a:lnTo>
                    <a:pt x="11589" y="13765"/>
                  </a:lnTo>
                  <a:lnTo>
                    <a:pt x="11589" y="9955"/>
                  </a:lnTo>
                  <a:cubicBezTo>
                    <a:pt x="12224" y="9955"/>
                    <a:pt x="12859" y="9828"/>
                    <a:pt x="13367" y="9574"/>
                  </a:cubicBezTo>
                  <a:cubicBezTo>
                    <a:pt x="13875" y="9320"/>
                    <a:pt x="14383" y="8939"/>
                    <a:pt x="14764" y="8431"/>
                  </a:cubicBezTo>
                  <a:cubicBezTo>
                    <a:pt x="15145" y="7923"/>
                    <a:pt x="15399" y="7415"/>
                    <a:pt x="15526" y="6780"/>
                  </a:cubicBezTo>
                  <a:cubicBezTo>
                    <a:pt x="15653" y="6145"/>
                    <a:pt x="15653" y="5510"/>
                    <a:pt x="15399" y="4875"/>
                  </a:cubicBezTo>
                  <a:cubicBezTo>
                    <a:pt x="14764" y="2843"/>
                    <a:pt x="15907" y="683"/>
                    <a:pt x="17939" y="175"/>
                  </a:cubicBezTo>
                  <a:cubicBezTo>
                    <a:pt x="19971" y="-333"/>
                    <a:pt x="22130" y="683"/>
                    <a:pt x="22638" y="2716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108712" y="107061"/>
              <a:ext cx="16129" cy="7620"/>
            </a:xfrm>
            <a:custGeom>
              <a:avLst/>
              <a:gdLst/>
              <a:ahLst/>
              <a:cxnLst/>
              <a:rect r="r" b="b" t="t" l="l"/>
              <a:pathLst>
                <a:path h="7620" w="16129">
                  <a:moveTo>
                    <a:pt x="12319" y="7621"/>
                  </a:moveTo>
                  <a:lnTo>
                    <a:pt x="3810" y="7621"/>
                  </a:lnTo>
                  <a:cubicBezTo>
                    <a:pt x="1651" y="7621"/>
                    <a:pt x="0" y="5843"/>
                    <a:pt x="0" y="3810"/>
                  </a:cubicBezTo>
                  <a:cubicBezTo>
                    <a:pt x="0" y="1778"/>
                    <a:pt x="1778" y="0"/>
                    <a:pt x="3810" y="0"/>
                  </a:cubicBezTo>
                  <a:lnTo>
                    <a:pt x="12319" y="0"/>
                  </a:lnTo>
                  <a:cubicBezTo>
                    <a:pt x="14478" y="0"/>
                    <a:pt x="16129" y="1778"/>
                    <a:pt x="16129" y="3810"/>
                  </a:cubicBezTo>
                  <a:cubicBezTo>
                    <a:pt x="16129" y="5843"/>
                    <a:pt x="14351" y="7621"/>
                    <a:pt x="12319" y="762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117689" y="107140"/>
              <a:ext cx="23154" cy="17702"/>
            </a:xfrm>
            <a:custGeom>
              <a:avLst/>
              <a:gdLst/>
              <a:ahLst/>
              <a:cxnLst/>
              <a:rect r="r" b="b" t="t" l="l"/>
              <a:pathLst>
                <a:path h="17702" w="23154">
                  <a:moveTo>
                    <a:pt x="22646" y="2715"/>
                  </a:moveTo>
                  <a:cubicBezTo>
                    <a:pt x="23154" y="4493"/>
                    <a:pt x="23281" y="6272"/>
                    <a:pt x="23027" y="8050"/>
                  </a:cubicBezTo>
                  <a:lnTo>
                    <a:pt x="19344" y="7415"/>
                  </a:lnTo>
                  <a:lnTo>
                    <a:pt x="23027" y="8050"/>
                  </a:lnTo>
                  <a:cubicBezTo>
                    <a:pt x="22773" y="9828"/>
                    <a:pt x="22011" y="11479"/>
                    <a:pt x="20868" y="13003"/>
                  </a:cubicBezTo>
                  <a:lnTo>
                    <a:pt x="17820" y="10717"/>
                  </a:lnTo>
                  <a:lnTo>
                    <a:pt x="20868" y="13003"/>
                  </a:lnTo>
                  <a:cubicBezTo>
                    <a:pt x="19725" y="14527"/>
                    <a:pt x="18455" y="15670"/>
                    <a:pt x="16804" y="16432"/>
                  </a:cubicBezTo>
                  <a:cubicBezTo>
                    <a:pt x="15153" y="17194"/>
                    <a:pt x="13375" y="17702"/>
                    <a:pt x="11597" y="17702"/>
                  </a:cubicBezTo>
                  <a:cubicBezTo>
                    <a:pt x="9819" y="17702"/>
                    <a:pt x="8041" y="17321"/>
                    <a:pt x="6390" y="16432"/>
                  </a:cubicBezTo>
                  <a:lnTo>
                    <a:pt x="8041" y="13003"/>
                  </a:lnTo>
                  <a:lnTo>
                    <a:pt x="6390" y="16432"/>
                  </a:lnTo>
                  <a:cubicBezTo>
                    <a:pt x="4739" y="15670"/>
                    <a:pt x="3342" y="14400"/>
                    <a:pt x="2326" y="13003"/>
                  </a:cubicBezTo>
                  <a:cubicBezTo>
                    <a:pt x="1183" y="11606"/>
                    <a:pt x="548" y="9955"/>
                    <a:pt x="167" y="8050"/>
                  </a:cubicBezTo>
                  <a:lnTo>
                    <a:pt x="3850" y="7415"/>
                  </a:lnTo>
                  <a:lnTo>
                    <a:pt x="167" y="8050"/>
                  </a:lnTo>
                  <a:cubicBezTo>
                    <a:pt x="-87" y="6272"/>
                    <a:pt x="-87" y="4493"/>
                    <a:pt x="421" y="2715"/>
                  </a:cubicBezTo>
                  <a:cubicBezTo>
                    <a:pt x="1056" y="683"/>
                    <a:pt x="3088" y="-460"/>
                    <a:pt x="5120" y="175"/>
                  </a:cubicBezTo>
                  <a:cubicBezTo>
                    <a:pt x="7152" y="810"/>
                    <a:pt x="8295" y="2842"/>
                    <a:pt x="7660" y="4874"/>
                  </a:cubicBezTo>
                  <a:cubicBezTo>
                    <a:pt x="7533" y="5510"/>
                    <a:pt x="7406" y="6018"/>
                    <a:pt x="7533" y="6653"/>
                  </a:cubicBezTo>
                  <a:cubicBezTo>
                    <a:pt x="7660" y="7287"/>
                    <a:pt x="7914" y="7795"/>
                    <a:pt x="8295" y="8304"/>
                  </a:cubicBezTo>
                  <a:lnTo>
                    <a:pt x="5247" y="10590"/>
                  </a:lnTo>
                  <a:lnTo>
                    <a:pt x="8295" y="8304"/>
                  </a:lnTo>
                  <a:cubicBezTo>
                    <a:pt x="8676" y="8812"/>
                    <a:pt x="9184" y="9193"/>
                    <a:pt x="9692" y="9447"/>
                  </a:cubicBezTo>
                  <a:cubicBezTo>
                    <a:pt x="10200" y="9701"/>
                    <a:pt x="10835" y="9828"/>
                    <a:pt x="11470" y="9828"/>
                  </a:cubicBezTo>
                  <a:lnTo>
                    <a:pt x="11470" y="13638"/>
                  </a:lnTo>
                  <a:lnTo>
                    <a:pt x="11470" y="9828"/>
                  </a:lnTo>
                  <a:cubicBezTo>
                    <a:pt x="12105" y="9828"/>
                    <a:pt x="12740" y="9701"/>
                    <a:pt x="13248" y="9447"/>
                  </a:cubicBezTo>
                  <a:lnTo>
                    <a:pt x="14899" y="12876"/>
                  </a:lnTo>
                  <a:lnTo>
                    <a:pt x="13248" y="9447"/>
                  </a:lnTo>
                  <a:cubicBezTo>
                    <a:pt x="13756" y="9193"/>
                    <a:pt x="14264" y="8812"/>
                    <a:pt x="14645" y="8304"/>
                  </a:cubicBezTo>
                  <a:cubicBezTo>
                    <a:pt x="15026" y="7795"/>
                    <a:pt x="15280" y="7287"/>
                    <a:pt x="15407" y="6653"/>
                  </a:cubicBezTo>
                  <a:cubicBezTo>
                    <a:pt x="15534" y="6018"/>
                    <a:pt x="15534" y="5383"/>
                    <a:pt x="15280" y="4874"/>
                  </a:cubicBezTo>
                  <a:cubicBezTo>
                    <a:pt x="14645" y="2842"/>
                    <a:pt x="15788" y="683"/>
                    <a:pt x="17820" y="175"/>
                  </a:cubicBezTo>
                  <a:cubicBezTo>
                    <a:pt x="19852" y="-333"/>
                    <a:pt x="22011" y="683"/>
                    <a:pt x="22519" y="2715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135121" y="107182"/>
              <a:ext cx="14238" cy="7633"/>
            </a:xfrm>
            <a:custGeom>
              <a:avLst/>
              <a:gdLst/>
              <a:ahLst/>
              <a:cxnLst/>
              <a:rect r="r" b="b" t="t" l="l"/>
              <a:pathLst>
                <a:path h="7633" w="14238">
                  <a:moveTo>
                    <a:pt x="10421" y="7627"/>
                  </a:moveTo>
                  <a:lnTo>
                    <a:pt x="3690" y="7500"/>
                  </a:lnTo>
                  <a:cubicBezTo>
                    <a:pt x="1531" y="7500"/>
                    <a:pt x="-120" y="5722"/>
                    <a:pt x="7" y="3689"/>
                  </a:cubicBezTo>
                  <a:cubicBezTo>
                    <a:pt x="134" y="1657"/>
                    <a:pt x="1785" y="-121"/>
                    <a:pt x="3817" y="6"/>
                  </a:cubicBezTo>
                  <a:lnTo>
                    <a:pt x="10548" y="133"/>
                  </a:lnTo>
                  <a:cubicBezTo>
                    <a:pt x="12707" y="133"/>
                    <a:pt x="14358" y="1911"/>
                    <a:pt x="14231" y="3943"/>
                  </a:cubicBezTo>
                  <a:cubicBezTo>
                    <a:pt x="14104" y="5976"/>
                    <a:pt x="12453" y="7754"/>
                    <a:pt x="10421" y="762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70485" y="210440"/>
              <a:ext cx="90932" cy="7620"/>
            </a:xfrm>
            <a:custGeom>
              <a:avLst/>
              <a:gdLst/>
              <a:ahLst/>
              <a:cxnLst/>
              <a:rect r="r" b="b" t="t" l="l"/>
              <a:pathLst>
                <a:path h="7620" w="90932">
                  <a:moveTo>
                    <a:pt x="87122" y="7620"/>
                  </a:move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lnTo>
                    <a:pt x="87122" y="0"/>
                  </a:lnTo>
                  <a:cubicBezTo>
                    <a:pt x="89281" y="0"/>
                    <a:pt x="90932" y="1651"/>
                    <a:pt x="90932" y="3810"/>
                  </a:cubicBezTo>
                  <a:cubicBezTo>
                    <a:pt x="90932" y="5969"/>
                    <a:pt x="89281" y="7620"/>
                    <a:pt x="87122" y="762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164338" y="177420"/>
              <a:ext cx="7874" cy="35179"/>
            </a:xfrm>
            <a:custGeom>
              <a:avLst/>
              <a:gdLst/>
              <a:ahLst/>
              <a:cxnLst/>
              <a:rect r="r" b="b" t="t" l="l"/>
              <a:pathLst>
                <a:path h="35179" w="7874">
                  <a:moveTo>
                    <a:pt x="254" y="31369"/>
                  </a:move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lnTo>
                    <a:pt x="7874" y="31369"/>
                  </a:lnTo>
                  <a:cubicBezTo>
                    <a:pt x="7874" y="33528"/>
                    <a:pt x="6223" y="35179"/>
                    <a:pt x="4064" y="35179"/>
                  </a:cubicBezTo>
                  <a:cubicBezTo>
                    <a:pt x="1905" y="35179"/>
                    <a:pt x="254" y="33528"/>
                    <a:pt x="254" y="31369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63500" y="183135"/>
              <a:ext cx="7620" cy="26416"/>
            </a:xfrm>
            <a:custGeom>
              <a:avLst/>
              <a:gdLst/>
              <a:ahLst/>
              <a:cxnLst/>
              <a:rect r="r" b="b" t="t" l="l"/>
              <a:pathLst>
                <a:path h="26416" w="7620">
                  <a:moveTo>
                    <a:pt x="0" y="22606"/>
                  </a:move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lnTo>
                    <a:pt x="7620" y="22606"/>
                  </a:lnTo>
                  <a:cubicBezTo>
                    <a:pt x="7620" y="24765"/>
                    <a:pt x="5969" y="26416"/>
                    <a:pt x="3810" y="26416"/>
                  </a:cubicBezTo>
                  <a:cubicBezTo>
                    <a:pt x="1651" y="26416"/>
                    <a:pt x="0" y="24765"/>
                    <a:pt x="0" y="22606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115189" y="63500"/>
              <a:ext cx="121793" cy="7874"/>
            </a:xfrm>
            <a:custGeom>
              <a:avLst/>
              <a:gdLst/>
              <a:ahLst/>
              <a:cxnLst/>
              <a:rect r="r" b="b" t="t" l="l"/>
              <a:pathLst>
                <a:path h="7874" w="121793">
                  <a:moveTo>
                    <a:pt x="3810" y="254"/>
                  </a:moveTo>
                  <a:lnTo>
                    <a:pt x="117983" y="0"/>
                  </a:lnTo>
                  <a:cubicBezTo>
                    <a:pt x="120142" y="0"/>
                    <a:pt x="121793" y="1651"/>
                    <a:pt x="121793" y="3810"/>
                  </a:cubicBezTo>
                  <a:cubicBezTo>
                    <a:pt x="121793" y="5969"/>
                    <a:pt x="120142" y="7620"/>
                    <a:pt x="117983" y="7620"/>
                  </a:cubicBezTo>
                  <a:lnTo>
                    <a:pt x="3810" y="7874"/>
                  </a:lnTo>
                  <a:cubicBezTo>
                    <a:pt x="1651" y="7874"/>
                    <a:pt x="0" y="6223"/>
                    <a:pt x="0" y="4064"/>
                  </a:cubicBezTo>
                  <a:cubicBezTo>
                    <a:pt x="0" y="1905"/>
                    <a:pt x="1651" y="254"/>
                    <a:pt x="3810" y="25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164526" y="116012"/>
              <a:ext cx="61092" cy="96907"/>
            </a:xfrm>
            <a:custGeom>
              <a:avLst/>
              <a:gdLst/>
              <a:ahLst/>
              <a:cxnLst/>
              <a:rect r="r" b="b" t="t" l="l"/>
              <a:pathLst>
                <a:path h="96907" w="61092">
                  <a:moveTo>
                    <a:pt x="574" y="91126"/>
                  </a:moveTo>
                  <a:lnTo>
                    <a:pt x="54041" y="1845"/>
                  </a:lnTo>
                  <a:cubicBezTo>
                    <a:pt x="55057" y="67"/>
                    <a:pt x="57470" y="-568"/>
                    <a:pt x="59248" y="575"/>
                  </a:cubicBezTo>
                  <a:cubicBezTo>
                    <a:pt x="61026" y="1718"/>
                    <a:pt x="61661" y="4004"/>
                    <a:pt x="60518" y="5782"/>
                  </a:cubicBezTo>
                  <a:lnTo>
                    <a:pt x="7051" y="95063"/>
                  </a:lnTo>
                  <a:cubicBezTo>
                    <a:pt x="6035" y="96841"/>
                    <a:pt x="3622" y="97476"/>
                    <a:pt x="1844" y="96333"/>
                  </a:cubicBezTo>
                  <a:cubicBezTo>
                    <a:pt x="66" y="95190"/>
                    <a:pt x="-569" y="92904"/>
                    <a:pt x="574" y="91126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234950" y="72009"/>
              <a:ext cx="7620" cy="84074"/>
            </a:xfrm>
            <a:custGeom>
              <a:avLst/>
              <a:gdLst/>
              <a:ahLst/>
              <a:cxnLst/>
              <a:rect r="r" b="b" t="t" l="l"/>
              <a:pathLst>
                <a:path h="84074" w="7620">
                  <a:moveTo>
                    <a:pt x="7620" y="3810"/>
                  </a:moveTo>
                  <a:lnTo>
                    <a:pt x="7620" y="80265"/>
                  </a:lnTo>
                  <a:cubicBezTo>
                    <a:pt x="7620" y="82424"/>
                    <a:pt x="5969" y="84075"/>
                    <a:pt x="3810" y="84075"/>
                  </a:cubicBezTo>
                  <a:cubicBezTo>
                    <a:pt x="1651" y="84075"/>
                    <a:pt x="0" y="82424"/>
                    <a:pt x="0" y="80265"/>
                  </a:cubicBez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133195" y="147039"/>
              <a:ext cx="38665" cy="37777"/>
            </a:xfrm>
            <a:custGeom>
              <a:avLst/>
              <a:gdLst/>
              <a:ahLst/>
              <a:cxnLst/>
              <a:rect r="r" b="b" t="t" l="l"/>
              <a:pathLst>
                <a:path h="37777" w="38665">
                  <a:moveTo>
                    <a:pt x="31270" y="34699"/>
                  </a:moveTo>
                  <a:cubicBezTo>
                    <a:pt x="30762" y="31270"/>
                    <a:pt x="29746" y="27968"/>
                    <a:pt x="28095" y="24793"/>
                  </a:cubicBezTo>
                  <a:cubicBezTo>
                    <a:pt x="26444" y="21618"/>
                    <a:pt x="24412" y="18824"/>
                    <a:pt x="21872" y="16411"/>
                  </a:cubicBezTo>
                  <a:lnTo>
                    <a:pt x="24539" y="13744"/>
                  </a:lnTo>
                  <a:lnTo>
                    <a:pt x="21872" y="16411"/>
                  </a:lnTo>
                  <a:cubicBezTo>
                    <a:pt x="19332" y="13998"/>
                    <a:pt x="16538" y="11966"/>
                    <a:pt x="13363" y="10442"/>
                  </a:cubicBezTo>
                  <a:lnTo>
                    <a:pt x="15014" y="7013"/>
                  </a:lnTo>
                  <a:lnTo>
                    <a:pt x="13363" y="10442"/>
                  </a:lnTo>
                  <a:cubicBezTo>
                    <a:pt x="10188" y="8918"/>
                    <a:pt x="6886" y="7902"/>
                    <a:pt x="3330" y="7521"/>
                  </a:cubicBezTo>
                  <a:cubicBezTo>
                    <a:pt x="1298" y="7267"/>
                    <a:pt x="-226" y="5362"/>
                    <a:pt x="28" y="3330"/>
                  </a:cubicBezTo>
                  <a:cubicBezTo>
                    <a:pt x="282" y="1298"/>
                    <a:pt x="2187" y="-226"/>
                    <a:pt x="4219" y="28"/>
                  </a:cubicBezTo>
                  <a:cubicBezTo>
                    <a:pt x="8537" y="536"/>
                    <a:pt x="12601" y="1806"/>
                    <a:pt x="16538" y="3584"/>
                  </a:cubicBezTo>
                  <a:cubicBezTo>
                    <a:pt x="20475" y="5362"/>
                    <a:pt x="24031" y="7902"/>
                    <a:pt x="27079" y="10950"/>
                  </a:cubicBezTo>
                  <a:cubicBezTo>
                    <a:pt x="30127" y="13998"/>
                    <a:pt x="32794" y="17427"/>
                    <a:pt x="34699" y="21237"/>
                  </a:cubicBezTo>
                  <a:lnTo>
                    <a:pt x="31270" y="23015"/>
                  </a:lnTo>
                  <a:lnTo>
                    <a:pt x="34699" y="21237"/>
                  </a:lnTo>
                  <a:cubicBezTo>
                    <a:pt x="36731" y="25047"/>
                    <a:pt x="38001" y="29238"/>
                    <a:pt x="38636" y="33429"/>
                  </a:cubicBezTo>
                  <a:cubicBezTo>
                    <a:pt x="38890" y="35461"/>
                    <a:pt x="37493" y="37493"/>
                    <a:pt x="35461" y="37747"/>
                  </a:cubicBezTo>
                  <a:cubicBezTo>
                    <a:pt x="33429" y="38001"/>
                    <a:pt x="31397" y="36604"/>
                    <a:pt x="31143" y="34572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63493" y="147166"/>
              <a:ext cx="37881" cy="39659"/>
            </a:xfrm>
            <a:custGeom>
              <a:avLst/>
              <a:gdLst/>
              <a:ahLst/>
              <a:cxnLst/>
              <a:rect r="r" b="b" t="t" l="l"/>
              <a:pathLst>
                <a:path h="39659" w="37881">
                  <a:moveTo>
                    <a:pt x="7" y="35715"/>
                  </a:moveTo>
                  <a:cubicBezTo>
                    <a:pt x="261" y="31270"/>
                    <a:pt x="1277" y="26952"/>
                    <a:pt x="3055" y="22761"/>
                  </a:cubicBezTo>
                  <a:cubicBezTo>
                    <a:pt x="4833" y="18697"/>
                    <a:pt x="7246" y="14887"/>
                    <a:pt x="10294" y="11712"/>
                  </a:cubicBezTo>
                  <a:lnTo>
                    <a:pt x="13088" y="14379"/>
                  </a:lnTo>
                  <a:lnTo>
                    <a:pt x="10294" y="11712"/>
                  </a:lnTo>
                  <a:cubicBezTo>
                    <a:pt x="13342" y="8410"/>
                    <a:pt x="16898" y="5743"/>
                    <a:pt x="20962" y="3838"/>
                  </a:cubicBezTo>
                  <a:lnTo>
                    <a:pt x="22613" y="7267"/>
                  </a:lnTo>
                  <a:lnTo>
                    <a:pt x="20962" y="3838"/>
                  </a:lnTo>
                  <a:cubicBezTo>
                    <a:pt x="25026" y="1806"/>
                    <a:pt x="29217" y="536"/>
                    <a:pt x="33662" y="28"/>
                  </a:cubicBezTo>
                  <a:cubicBezTo>
                    <a:pt x="35694" y="-226"/>
                    <a:pt x="37599" y="1298"/>
                    <a:pt x="37853" y="3330"/>
                  </a:cubicBezTo>
                  <a:cubicBezTo>
                    <a:pt x="38107" y="5362"/>
                    <a:pt x="36583" y="7267"/>
                    <a:pt x="34551" y="7521"/>
                  </a:cubicBezTo>
                  <a:cubicBezTo>
                    <a:pt x="30995" y="7902"/>
                    <a:pt x="27566" y="8918"/>
                    <a:pt x="24391" y="10569"/>
                  </a:cubicBezTo>
                  <a:cubicBezTo>
                    <a:pt x="21216" y="12220"/>
                    <a:pt x="18295" y="14252"/>
                    <a:pt x="15882" y="16919"/>
                  </a:cubicBezTo>
                  <a:cubicBezTo>
                    <a:pt x="13469" y="19586"/>
                    <a:pt x="11437" y="22507"/>
                    <a:pt x="10040" y="25809"/>
                  </a:cubicBezTo>
                  <a:lnTo>
                    <a:pt x="6611" y="24285"/>
                  </a:lnTo>
                  <a:lnTo>
                    <a:pt x="10040" y="25809"/>
                  </a:lnTo>
                  <a:cubicBezTo>
                    <a:pt x="8643" y="29111"/>
                    <a:pt x="7754" y="32540"/>
                    <a:pt x="7627" y="36096"/>
                  </a:cubicBezTo>
                  <a:cubicBezTo>
                    <a:pt x="7500" y="38128"/>
                    <a:pt x="5722" y="39779"/>
                    <a:pt x="3563" y="39652"/>
                  </a:cubicBezTo>
                  <a:cubicBezTo>
                    <a:pt x="1404" y="39525"/>
                    <a:pt x="-120" y="37747"/>
                    <a:pt x="7" y="3558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197739" y="156084"/>
              <a:ext cx="37592" cy="7747"/>
            </a:xfrm>
            <a:custGeom>
              <a:avLst/>
              <a:gdLst/>
              <a:ahLst/>
              <a:cxnLst/>
              <a:rect r="r" b="b" t="t" l="l"/>
              <a:pathLst>
                <a:path h="7747" w="37592">
                  <a:moveTo>
                    <a:pt x="33782" y="7620"/>
                  </a:moveTo>
                  <a:lnTo>
                    <a:pt x="3810" y="7747"/>
                  </a:lnTo>
                  <a:cubicBezTo>
                    <a:pt x="1651" y="7747"/>
                    <a:pt x="0" y="6096"/>
                    <a:pt x="0" y="3937"/>
                  </a:cubicBezTo>
                  <a:cubicBezTo>
                    <a:pt x="0" y="1778"/>
                    <a:pt x="1651" y="127"/>
                    <a:pt x="3810" y="127"/>
                  </a:cubicBezTo>
                  <a:lnTo>
                    <a:pt x="33782" y="0"/>
                  </a:lnTo>
                  <a:cubicBezTo>
                    <a:pt x="35941" y="0"/>
                    <a:pt x="37592" y="1651"/>
                    <a:pt x="37592" y="3810"/>
                  </a:cubicBezTo>
                  <a:cubicBezTo>
                    <a:pt x="37592" y="5969"/>
                    <a:pt x="35941" y="7620"/>
                    <a:pt x="33782" y="762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67310" y="312167"/>
              <a:ext cx="3295650" cy="19050"/>
            </a:xfrm>
            <a:custGeom>
              <a:avLst/>
              <a:gdLst/>
              <a:ahLst/>
              <a:cxnLst/>
              <a:rect r="r" b="b" t="t" l="l"/>
              <a:pathLst>
                <a:path h="19050" w="3295650">
                  <a:moveTo>
                    <a:pt x="0" y="0"/>
                  </a:moveTo>
                  <a:lnTo>
                    <a:pt x="3295650" y="0"/>
                  </a:lnTo>
                  <a:lnTo>
                    <a:pt x="32956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C9EF5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403999" y="4852754"/>
            <a:ext cx="5473947" cy="620204"/>
            <a:chOff x="0" y="0"/>
            <a:chExt cx="3426447" cy="38822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87117" y="101855"/>
              <a:ext cx="59700" cy="61215"/>
            </a:xfrm>
            <a:custGeom>
              <a:avLst/>
              <a:gdLst/>
              <a:ahLst/>
              <a:cxnLst/>
              <a:rect r="r" b="b" t="t" l="l"/>
              <a:pathLst>
                <a:path h="61215" w="59700">
                  <a:moveTo>
                    <a:pt x="3180" y="44705"/>
                  </a:moveTo>
                  <a:cubicBezTo>
                    <a:pt x="2037" y="42038"/>
                    <a:pt x="1021" y="39117"/>
                    <a:pt x="386" y="36196"/>
                  </a:cubicBezTo>
                  <a:cubicBezTo>
                    <a:pt x="386" y="36069"/>
                    <a:pt x="386" y="35942"/>
                    <a:pt x="386" y="35815"/>
                  </a:cubicBezTo>
                  <a:cubicBezTo>
                    <a:pt x="5" y="33148"/>
                    <a:pt x="-122" y="30227"/>
                    <a:pt x="132" y="27433"/>
                  </a:cubicBezTo>
                  <a:cubicBezTo>
                    <a:pt x="132" y="27306"/>
                    <a:pt x="132" y="27179"/>
                    <a:pt x="132" y="27052"/>
                  </a:cubicBezTo>
                  <a:cubicBezTo>
                    <a:pt x="640" y="24131"/>
                    <a:pt x="1275" y="21464"/>
                    <a:pt x="2164" y="18924"/>
                  </a:cubicBezTo>
                  <a:cubicBezTo>
                    <a:pt x="2164" y="18797"/>
                    <a:pt x="2291" y="18670"/>
                    <a:pt x="2291" y="18543"/>
                  </a:cubicBezTo>
                  <a:cubicBezTo>
                    <a:pt x="3434" y="16003"/>
                    <a:pt x="4958" y="13590"/>
                    <a:pt x="6482" y="11431"/>
                  </a:cubicBezTo>
                  <a:cubicBezTo>
                    <a:pt x="6609" y="11304"/>
                    <a:pt x="6609" y="11304"/>
                    <a:pt x="6736" y="11177"/>
                  </a:cubicBezTo>
                  <a:cubicBezTo>
                    <a:pt x="8514" y="9144"/>
                    <a:pt x="10800" y="6985"/>
                    <a:pt x="12959" y="5334"/>
                  </a:cubicBezTo>
                  <a:cubicBezTo>
                    <a:pt x="13086" y="5207"/>
                    <a:pt x="13213" y="5207"/>
                    <a:pt x="13213" y="5080"/>
                  </a:cubicBezTo>
                  <a:cubicBezTo>
                    <a:pt x="15499" y="3683"/>
                    <a:pt x="17785" y="2540"/>
                    <a:pt x="20833" y="1397"/>
                  </a:cubicBezTo>
                  <a:cubicBezTo>
                    <a:pt x="20960" y="1397"/>
                    <a:pt x="21087" y="1270"/>
                    <a:pt x="21214" y="1270"/>
                  </a:cubicBezTo>
                  <a:cubicBezTo>
                    <a:pt x="23627" y="635"/>
                    <a:pt x="26548" y="127"/>
                    <a:pt x="29342" y="0"/>
                  </a:cubicBezTo>
                  <a:cubicBezTo>
                    <a:pt x="29469" y="0"/>
                    <a:pt x="29596" y="0"/>
                    <a:pt x="29723" y="0"/>
                  </a:cubicBezTo>
                  <a:cubicBezTo>
                    <a:pt x="32644" y="127"/>
                    <a:pt x="35057" y="508"/>
                    <a:pt x="37851" y="1143"/>
                  </a:cubicBezTo>
                  <a:cubicBezTo>
                    <a:pt x="37978" y="1143"/>
                    <a:pt x="38105" y="1143"/>
                    <a:pt x="38232" y="1270"/>
                  </a:cubicBezTo>
                  <a:cubicBezTo>
                    <a:pt x="40772" y="2159"/>
                    <a:pt x="43439" y="3302"/>
                    <a:pt x="45852" y="4699"/>
                  </a:cubicBezTo>
                  <a:cubicBezTo>
                    <a:pt x="45979" y="4699"/>
                    <a:pt x="46106" y="4826"/>
                    <a:pt x="46106" y="4826"/>
                  </a:cubicBezTo>
                  <a:cubicBezTo>
                    <a:pt x="48138" y="6223"/>
                    <a:pt x="50297" y="8128"/>
                    <a:pt x="52202" y="10034"/>
                  </a:cubicBezTo>
                  <a:cubicBezTo>
                    <a:pt x="52329" y="10160"/>
                    <a:pt x="52329" y="10160"/>
                    <a:pt x="52456" y="10288"/>
                  </a:cubicBezTo>
                  <a:cubicBezTo>
                    <a:pt x="54234" y="12447"/>
                    <a:pt x="55885" y="15114"/>
                    <a:pt x="57409" y="18162"/>
                  </a:cubicBezTo>
                  <a:cubicBezTo>
                    <a:pt x="57409" y="18289"/>
                    <a:pt x="57536" y="18416"/>
                    <a:pt x="57536" y="18543"/>
                  </a:cubicBezTo>
                  <a:cubicBezTo>
                    <a:pt x="58552" y="21210"/>
                    <a:pt x="59060" y="23623"/>
                    <a:pt x="59568" y="26417"/>
                  </a:cubicBezTo>
                  <a:cubicBezTo>
                    <a:pt x="59568" y="26544"/>
                    <a:pt x="59568" y="26671"/>
                    <a:pt x="59568" y="26798"/>
                  </a:cubicBezTo>
                  <a:cubicBezTo>
                    <a:pt x="59822" y="29465"/>
                    <a:pt x="59695" y="32132"/>
                    <a:pt x="59314" y="35434"/>
                  </a:cubicBezTo>
                  <a:cubicBezTo>
                    <a:pt x="59314" y="35561"/>
                    <a:pt x="59314" y="35688"/>
                    <a:pt x="59314" y="35815"/>
                  </a:cubicBezTo>
                  <a:cubicBezTo>
                    <a:pt x="58679" y="38609"/>
                    <a:pt x="57917" y="41403"/>
                    <a:pt x="56647" y="44197"/>
                  </a:cubicBezTo>
                  <a:cubicBezTo>
                    <a:pt x="56647" y="44324"/>
                    <a:pt x="56520" y="44451"/>
                    <a:pt x="56520" y="44578"/>
                  </a:cubicBezTo>
                  <a:cubicBezTo>
                    <a:pt x="55123" y="46991"/>
                    <a:pt x="53599" y="49404"/>
                    <a:pt x="51821" y="51563"/>
                  </a:cubicBezTo>
                  <a:cubicBezTo>
                    <a:pt x="51694" y="51690"/>
                    <a:pt x="51694" y="51817"/>
                    <a:pt x="51567" y="51817"/>
                  </a:cubicBezTo>
                  <a:cubicBezTo>
                    <a:pt x="49535" y="53849"/>
                    <a:pt x="47376" y="55500"/>
                    <a:pt x="44963" y="57151"/>
                  </a:cubicBezTo>
                  <a:cubicBezTo>
                    <a:pt x="44836" y="57278"/>
                    <a:pt x="44709" y="57278"/>
                    <a:pt x="44709" y="57278"/>
                  </a:cubicBezTo>
                  <a:cubicBezTo>
                    <a:pt x="42169" y="58675"/>
                    <a:pt x="39248" y="59691"/>
                    <a:pt x="36581" y="60453"/>
                  </a:cubicBezTo>
                  <a:cubicBezTo>
                    <a:pt x="36454" y="60453"/>
                    <a:pt x="36327" y="60453"/>
                    <a:pt x="36200" y="60580"/>
                  </a:cubicBezTo>
                  <a:cubicBezTo>
                    <a:pt x="33660" y="61088"/>
                    <a:pt x="31247" y="61215"/>
                    <a:pt x="28453" y="61215"/>
                  </a:cubicBezTo>
                  <a:cubicBezTo>
                    <a:pt x="28326" y="61215"/>
                    <a:pt x="28199" y="61215"/>
                    <a:pt x="28072" y="61215"/>
                  </a:cubicBezTo>
                  <a:cubicBezTo>
                    <a:pt x="25024" y="60834"/>
                    <a:pt x="22357" y="60199"/>
                    <a:pt x="19309" y="59183"/>
                  </a:cubicBezTo>
                  <a:cubicBezTo>
                    <a:pt x="19182" y="59183"/>
                    <a:pt x="19055" y="59056"/>
                    <a:pt x="18928" y="59056"/>
                  </a:cubicBezTo>
                  <a:cubicBezTo>
                    <a:pt x="16515" y="58040"/>
                    <a:pt x="14483" y="56770"/>
                    <a:pt x="11943" y="54992"/>
                  </a:cubicBezTo>
                  <a:cubicBezTo>
                    <a:pt x="11816" y="54865"/>
                    <a:pt x="11689" y="54865"/>
                    <a:pt x="11562" y="54738"/>
                  </a:cubicBezTo>
                  <a:cubicBezTo>
                    <a:pt x="9276" y="52706"/>
                    <a:pt x="7371" y="50674"/>
                    <a:pt x="5720" y="48515"/>
                  </a:cubicBezTo>
                  <a:cubicBezTo>
                    <a:pt x="5593" y="48388"/>
                    <a:pt x="5593" y="48388"/>
                    <a:pt x="5466" y="48261"/>
                  </a:cubicBezTo>
                  <a:lnTo>
                    <a:pt x="3942" y="45848"/>
                  </a:lnTo>
                  <a:cubicBezTo>
                    <a:pt x="2799" y="44070"/>
                    <a:pt x="3307" y="41784"/>
                    <a:pt x="5085" y="40641"/>
                  </a:cubicBezTo>
                  <a:cubicBezTo>
                    <a:pt x="6863" y="39498"/>
                    <a:pt x="9149" y="40006"/>
                    <a:pt x="10292" y="41784"/>
                  </a:cubicBezTo>
                  <a:lnTo>
                    <a:pt x="11816" y="44197"/>
                  </a:lnTo>
                  <a:lnTo>
                    <a:pt x="8641" y="46229"/>
                  </a:lnTo>
                  <a:lnTo>
                    <a:pt x="11689" y="43943"/>
                  </a:lnTo>
                  <a:cubicBezTo>
                    <a:pt x="13086" y="45721"/>
                    <a:pt x="14483" y="47372"/>
                    <a:pt x="16515" y="49150"/>
                  </a:cubicBezTo>
                  <a:lnTo>
                    <a:pt x="13975" y="51944"/>
                  </a:lnTo>
                  <a:lnTo>
                    <a:pt x="16134" y="48896"/>
                  </a:lnTo>
                  <a:cubicBezTo>
                    <a:pt x="18293" y="50420"/>
                    <a:pt x="20071" y="51436"/>
                    <a:pt x="21849" y="52198"/>
                  </a:cubicBezTo>
                  <a:lnTo>
                    <a:pt x="20325" y="55627"/>
                  </a:lnTo>
                  <a:lnTo>
                    <a:pt x="21595" y="52071"/>
                  </a:lnTo>
                  <a:cubicBezTo>
                    <a:pt x="24135" y="52960"/>
                    <a:pt x="26294" y="53341"/>
                    <a:pt x="28834" y="53722"/>
                  </a:cubicBezTo>
                  <a:lnTo>
                    <a:pt x="28326" y="57532"/>
                  </a:lnTo>
                  <a:lnTo>
                    <a:pt x="28326" y="53722"/>
                  </a:lnTo>
                  <a:cubicBezTo>
                    <a:pt x="30739" y="53722"/>
                    <a:pt x="32644" y="53595"/>
                    <a:pt x="34676" y="53214"/>
                  </a:cubicBezTo>
                  <a:lnTo>
                    <a:pt x="35311" y="56897"/>
                  </a:lnTo>
                  <a:lnTo>
                    <a:pt x="34295" y="53214"/>
                  </a:lnTo>
                  <a:cubicBezTo>
                    <a:pt x="36454" y="52579"/>
                    <a:pt x="38867" y="51690"/>
                    <a:pt x="40899" y="50674"/>
                  </a:cubicBezTo>
                  <a:lnTo>
                    <a:pt x="42677" y="53976"/>
                  </a:lnTo>
                  <a:lnTo>
                    <a:pt x="40645" y="50801"/>
                  </a:lnTo>
                  <a:cubicBezTo>
                    <a:pt x="42677" y="49404"/>
                    <a:pt x="44455" y="48134"/>
                    <a:pt x="46233" y="46356"/>
                  </a:cubicBezTo>
                  <a:lnTo>
                    <a:pt x="48900" y="49023"/>
                  </a:lnTo>
                  <a:lnTo>
                    <a:pt x="45979" y="46610"/>
                  </a:lnTo>
                  <a:cubicBezTo>
                    <a:pt x="47503" y="44832"/>
                    <a:pt x="48773" y="42927"/>
                    <a:pt x="49916" y="40895"/>
                  </a:cubicBezTo>
                  <a:lnTo>
                    <a:pt x="53218" y="42673"/>
                  </a:lnTo>
                  <a:lnTo>
                    <a:pt x="49789" y="41149"/>
                  </a:lnTo>
                  <a:cubicBezTo>
                    <a:pt x="50805" y="38863"/>
                    <a:pt x="51440" y="36450"/>
                    <a:pt x="51948" y="34164"/>
                  </a:cubicBezTo>
                  <a:lnTo>
                    <a:pt x="55631" y="34926"/>
                  </a:lnTo>
                  <a:lnTo>
                    <a:pt x="51821" y="34545"/>
                  </a:lnTo>
                  <a:cubicBezTo>
                    <a:pt x="52202" y="31624"/>
                    <a:pt x="52202" y="29338"/>
                    <a:pt x="51948" y="27306"/>
                  </a:cubicBezTo>
                  <a:lnTo>
                    <a:pt x="55758" y="27052"/>
                  </a:lnTo>
                  <a:lnTo>
                    <a:pt x="52075" y="27687"/>
                  </a:lnTo>
                  <a:cubicBezTo>
                    <a:pt x="51694" y="25274"/>
                    <a:pt x="51186" y="23242"/>
                    <a:pt x="50297" y="21083"/>
                  </a:cubicBezTo>
                  <a:lnTo>
                    <a:pt x="53853" y="19813"/>
                  </a:lnTo>
                  <a:lnTo>
                    <a:pt x="50424" y="21464"/>
                  </a:lnTo>
                  <a:cubicBezTo>
                    <a:pt x="49154" y="18924"/>
                    <a:pt x="47757" y="16765"/>
                    <a:pt x="46360" y="14987"/>
                  </a:cubicBezTo>
                  <a:lnTo>
                    <a:pt x="49281" y="12574"/>
                  </a:lnTo>
                  <a:lnTo>
                    <a:pt x="46614" y="15241"/>
                  </a:lnTo>
                  <a:cubicBezTo>
                    <a:pt x="45090" y="13717"/>
                    <a:pt x="43312" y="12193"/>
                    <a:pt x="41661" y="10923"/>
                  </a:cubicBezTo>
                  <a:lnTo>
                    <a:pt x="43820" y="7874"/>
                  </a:lnTo>
                  <a:lnTo>
                    <a:pt x="41915" y="11177"/>
                  </a:lnTo>
                  <a:cubicBezTo>
                    <a:pt x="39883" y="10034"/>
                    <a:pt x="37724" y="9017"/>
                    <a:pt x="35692" y="8382"/>
                  </a:cubicBezTo>
                  <a:lnTo>
                    <a:pt x="36962" y="4826"/>
                  </a:lnTo>
                  <a:lnTo>
                    <a:pt x="36073" y="8509"/>
                  </a:lnTo>
                  <a:cubicBezTo>
                    <a:pt x="33787" y="8001"/>
                    <a:pt x="31755" y="7747"/>
                    <a:pt x="29342" y="7620"/>
                  </a:cubicBezTo>
                  <a:lnTo>
                    <a:pt x="29469" y="3810"/>
                  </a:lnTo>
                  <a:lnTo>
                    <a:pt x="29723" y="7620"/>
                  </a:lnTo>
                  <a:cubicBezTo>
                    <a:pt x="27310" y="7747"/>
                    <a:pt x="24897" y="8128"/>
                    <a:pt x="23119" y="8636"/>
                  </a:cubicBezTo>
                  <a:lnTo>
                    <a:pt x="22103" y="5080"/>
                  </a:lnTo>
                  <a:lnTo>
                    <a:pt x="23500" y="8636"/>
                  </a:lnTo>
                  <a:cubicBezTo>
                    <a:pt x="20960" y="9652"/>
                    <a:pt x="19055" y="10542"/>
                    <a:pt x="17277" y="11685"/>
                  </a:cubicBezTo>
                  <a:lnTo>
                    <a:pt x="15245" y="8509"/>
                  </a:lnTo>
                  <a:lnTo>
                    <a:pt x="17531" y="11558"/>
                  </a:lnTo>
                  <a:cubicBezTo>
                    <a:pt x="15753" y="12955"/>
                    <a:pt x="13848" y="14606"/>
                    <a:pt x="12451" y="16384"/>
                  </a:cubicBezTo>
                  <a:lnTo>
                    <a:pt x="9530" y="13844"/>
                  </a:lnTo>
                  <a:lnTo>
                    <a:pt x="12578" y="16130"/>
                  </a:lnTo>
                  <a:cubicBezTo>
                    <a:pt x="11308" y="17781"/>
                    <a:pt x="10165" y="19813"/>
                    <a:pt x="9149" y="21972"/>
                  </a:cubicBezTo>
                  <a:lnTo>
                    <a:pt x="5720" y="20321"/>
                  </a:lnTo>
                  <a:lnTo>
                    <a:pt x="9276" y="21591"/>
                  </a:lnTo>
                  <a:cubicBezTo>
                    <a:pt x="8514" y="23623"/>
                    <a:pt x="8006" y="25909"/>
                    <a:pt x="7625" y="28322"/>
                  </a:cubicBezTo>
                  <a:lnTo>
                    <a:pt x="3815" y="27687"/>
                  </a:lnTo>
                  <a:lnTo>
                    <a:pt x="7625" y="27941"/>
                  </a:lnTo>
                  <a:cubicBezTo>
                    <a:pt x="7498" y="30227"/>
                    <a:pt x="7625" y="32640"/>
                    <a:pt x="7879" y="34926"/>
                  </a:cubicBezTo>
                  <a:lnTo>
                    <a:pt x="4069" y="35434"/>
                  </a:lnTo>
                  <a:lnTo>
                    <a:pt x="7752" y="34672"/>
                  </a:lnTo>
                  <a:cubicBezTo>
                    <a:pt x="8260" y="37212"/>
                    <a:pt x="9149" y="39625"/>
                    <a:pt x="10038" y="41784"/>
                  </a:cubicBezTo>
                  <a:cubicBezTo>
                    <a:pt x="10927" y="43689"/>
                    <a:pt x="10038" y="45975"/>
                    <a:pt x="8133" y="46737"/>
                  </a:cubicBezTo>
                  <a:cubicBezTo>
                    <a:pt x="6228" y="47499"/>
                    <a:pt x="3942" y="46737"/>
                    <a:pt x="3180" y="44832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134754" y="164982"/>
              <a:ext cx="36450" cy="42800"/>
            </a:xfrm>
            <a:custGeom>
              <a:avLst/>
              <a:gdLst/>
              <a:ahLst/>
              <a:cxnLst/>
              <a:rect r="r" b="b" t="t" l="l"/>
              <a:pathLst>
                <a:path h="42800" w="36450">
                  <a:moveTo>
                    <a:pt x="4946" y="247"/>
                  </a:moveTo>
                  <a:cubicBezTo>
                    <a:pt x="8121" y="1136"/>
                    <a:pt x="11296" y="2152"/>
                    <a:pt x="14090" y="3549"/>
                  </a:cubicBezTo>
                  <a:cubicBezTo>
                    <a:pt x="14217" y="3549"/>
                    <a:pt x="14217" y="3676"/>
                    <a:pt x="14344" y="3676"/>
                  </a:cubicBezTo>
                  <a:cubicBezTo>
                    <a:pt x="17138" y="5200"/>
                    <a:pt x="19932" y="7105"/>
                    <a:pt x="22472" y="9137"/>
                  </a:cubicBezTo>
                  <a:cubicBezTo>
                    <a:pt x="22599" y="9264"/>
                    <a:pt x="22599" y="9264"/>
                    <a:pt x="22726" y="9391"/>
                  </a:cubicBezTo>
                  <a:cubicBezTo>
                    <a:pt x="25266" y="11804"/>
                    <a:pt x="27425" y="14217"/>
                    <a:pt x="29330" y="16757"/>
                  </a:cubicBezTo>
                  <a:cubicBezTo>
                    <a:pt x="29330" y="16884"/>
                    <a:pt x="29457" y="16884"/>
                    <a:pt x="29457" y="17011"/>
                  </a:cubicBezTo>
                  <a:cubicBezTo>
                    <a:pt x="31235" y="19932"/>
                    <a:pt x="32632" y="22727"/>
                    <a:pt x="33902" y="25521"/>
                  </a:cubicBezTo>
                  <a:cubicBezTo>
                    <a:pt x="33902" y="25648"/>
                    <a:pt x="34029" y="25648"/>
                    <a:pt x="34029" y="25775"/>
                  </a:cubicBezTo>
                  <a:cubicBezTo>
                    <a:pt x="35045" y="28950"/>
                    <a:pt x="35807" y="32252"/>
                    <a:pt x="36188" y="35046"/>
                  </a:cubicBezTo>
                  <a:cubicBezTo>
                    <a:pt x="36188" y="35173"/>
                    <a:pt x="36188" y="35300"/>
                    <a:pt x="36188" y="35300"/>
                  </a:cubicBezTo>
                  <a:lnTo>
                    <a:pt x="36442" y="38729"/>
                  </a:lnTo>
                  <a:cubicBezTo>
                    <a:pt x="36569" y="40761"/>
                    <a:pt x="35045" y="42666"/>
                    <a:pt x="32886" y="42793"/>
                  </a:cubicBezTo>
                  <a:cubicBezTo>
                    <a:pt x="30727" y="42920"/>
                    <a:pt x="28949" y="41396"/>
                    <a:pt x="28822" y="39237"/>
                  </a:cubicBezTo>
                  <a:lnTo>
                    <a:pt x="28568" y="35808"/>
                  </a:lnTo>
                  <a:lnTo>
                    <a:pt x="32378" y="35554"/>
                  </a:lnTo>
                  <a:lnTo>
                    <a:pt x="28568" y="36062"/>
                  </a:lnTo>
                  <a:cubicBezTo>
                    <a:pt x="28187" y="33649"/>
                    <a:pt x="27552" y="30728"/>
                    <a:pt x="26663" y="27934"/>
                  </a:cubicBezTo>
                  <a:lnTo>
                    <a:pt x="30219" y="26791"/>
                  </a:lnTo>
                  <a:lnTo>
                    <a:pt x="26663" y="28188"/>
                  </a:lnTo>
                  <a:cubicBezTo>
                    <a:pt x="25647" y="25775"/>
                    <a:pt x="24377" y="23362"/>
                    <a:pt x="22853" y="20821"/>
                  </a:cubicBezTo>
                  <a:lnTo>
                    <a:pt x="26028" y="18789"/>
                  </a:lnTo>
                  <a:lnTo>
                    <a:pt x="22980" y="21076"/>
                  </a:lnTo>
                  <a:cubicBezTo>
                    <a:pt x="21329" y="18916"/>
                    <a:pt x="19551" y="16884"/>
                    <a:pt x="17265" y="14725"/>
                  </a:cubicBezTo>
                  <a:lnTo>
                    <a:pt x="19932" y="11931"/>
                  </a:lnTo>
                  <a:lnTo>
                    <a:pt x="17519" y="14852"/>
                  </a:lnTo>
                  <a:cubicBezTo>
                    <a:pt x="15360" y="13074"/>
                    <a:pt x="12820" y="11423"/>
                    <a:pt x="10407" y="10153"/>
                  </a:cubicBezTo>
                  <a:lnTo>
                    <a:pt x="12312" y="6851"/>
                  </a:lnTo>
                  <a:lnTo>
                    <a:pt x="10788" y="10280"/>
                  </a:lnTo>
                  <a:cubicBezTo>
                    <a:pt x="8375" y="9137"/>
                    <a:pt x="5581" y="8121"/>
                    <a:pt x="2787" y="7486"/>
                  </a:cubicBezTo>
                  <a:cubicBezTo>
                    <a:pt x="755" y="6978"/>
                    <a:pt x="-388" y="4819"/>
                    <a:pt x="120" y="2787"/>
                  </a:cubicBezTo>
                  <a:cubicBezTo>
                    <a:pt x="628" y="755"/>
                    <a:pt x="2787" y="-388"/>
                    <a:pt x="4819" y="12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205837" y="83001"/>
              <a:ext cx="19087" cy="17846"/>
            </a:xfrm>
            <a:custGeom>
              <a:avLst/>
              <a:gdLst/>
              <a:ahLst/>
              <a:cxnLst/>
              <a:rect r="r" b="b" t="t" l="l"/>
              <a:pathLst>
                <a:path h="17846" w="19087">
                  <a:moveTo>
                    <a:pt x="14889" y="17711"/>
                  </a:moveTo>
                  <a:cubicBezTo>
                    <a:pt x="12476" y="17584"/>
                    <a:pt x="9682" y="17076"/>
                    <a:pt x="7650" y="16187"/>
                  </a:cubicBezTo>
                  <a:cubicBezTo>
                    <a:pt x="7396" y="16060"/>
                    <a:pt x="7142" y="15933"/>
                    <a:pt x="7015" y="15806"/>
                  </a:cubicBezTo>
                  <a:cubicBezTo>
                    <a:pt x="4602" y="14155"/>
                    <a:pt x="2951" y="12250"/>
                    <a:pt x="1681" y="10218"/>
                  </a:cubicBezTo>
                  <a:cubicBezTo>
                    <a:pt x="1554" y="9964"/>
                    <a:pt x="1427" y="9710"/>
                    <a:pt x="1300" y="9583"/>
                  </a:cubicBezTo>
                  <a:cubicBezTo>
                    <a:pt x="665" y="7932"/>
                    <a:pt x="284" y="6154"/>
                    <a:pt x="30" y="4376"/>
                  </a:cubicBezTo>
                  <a:cubicBezTo>
                    <a:pt x="-224" y="2344"/>
                    <a:pt x="1173" y="439"/>
                    <a:pt x="3332" y="58"/>
                  </a:cubicBezTo>
                  <a:cubicBezTo>
                    <a:pt x="5491" y="-323"/>
                    <a:pt x="7269" y="1201"/>
                    <a:pt x="7650" y="3360"/>
                  </a:cubicBezTo>
                  <a:cubicBezTo>
                    <a:pt x="7777" y="4630"/>
                    <a:pt x="8158" y="5900"/>
                    <a:pt x="8539" y="7043"/>
                  </a:cubicBezTo>
                  <a:lnTo>
                    <a:pt x="4983" y="8313"/>
                  </a:lnTo>
                  <a:lnTo>
                    <a:pt x="8285" y="6408"/>
                  </a:lnTo>
                  <a:cubicBezTo>
                    <a:pt x="8920" y="7424"/>
                    <a:pt x="9809" y="8567"/>
                    <a:pt x="11460" y="9710"/>
                  </a:cubicBezTo>
                  <a:lnTo>
                    <a:pt x="9301" y="12758"/>
                  </a:lnTo>
                  <a:lnTo>
                    <a:pt x="10825" y="9329"/>
                  </a:lnTo>
                  <a:cubicBezTo>
                    <a:pt x="11714" y="9710"/>
                    <a:pt x="13619" y="10218"/>
                    <a:pt x="15524" y="10218"/>
                  </a:cubicBezTo>
                  <a:cubicBezTo>
                    <a:pt x="17556" y="10345"/>
                    <a:pt x="19207" y="12123"/>
                    <a:pt x="19080" y="14282"/>
                  </a:cubicBezTo>
                  <a:cubicBezTo>
                    <a:pt x="18953" y="16441"/>
                    <a:pt x="17175" y="17965"/>
                    <a:pt x="15016" y="1783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129540" y="63374"/>
              <a:ext cx="23749" cy="20447"/>
            </a:xfrm>
            <a:custGeom>
              <a:avLst/>
              <a:gdLst/>
              <a:ahLst/>
              <a:cxnLst/>
              <a:rect r="r" b="b" t="t" l="l"/>
              <a:pathLst>
                <a:path h="20447" w="23749">
                  <a:moveTo>
                    <a:pt x="254" y="16637"/>
                  </a:moveTo>
                  <a:cubicBezTo>
                    <a:pt x="381" y="13462"/>
                    <a:pt x="635" y="11557"/>
                    <a:pt x="1270" y="9652"/>
                  </a:cubicBezTo>
                  <a:cubicBezTo>
                    <a:pt x="1397" y="9398"/>
                    <a:pt x="1397" y="9144"/>
                    <a:pt x="1524" y="8890"/>
                  </a:cubicBezTo>
                  <a:cubicBezTo>
                    <a:pt x="3048" y="6096"/>
                    <a:pt x="5461" y="3556"/>
                    <a:pt x="8128" y="1778"/>
                  </a:cubicBezTo>
                  <a:cubicBezTo>
                    <a:pt x="8382" y="1651"/>
                    <a:pt x="8636" y="1524"/>
                    <a:pt x="8890" y="1397"/>
                  </a:cubicBezTo>
                  <a:cubicBezTo>
                    <a:pt x="11684" y="381"/>
                    <a:pt x="14478" y="127"/>
                    <a:pt x="19939" y="0"/>
                  </a:cubicBezTo>
                  <a:cubicBezTo>
                    <a:pt x="22098" y="0"/>
                    <a:pt x="23749" y="1651"/>
                    <a:pt x="23749" y="3810"/>
                  </a:cubicBezTo>
                  <a:cubicBezTo>
                    <a:pt x="23749" y="5969"/>
                    <a:pt x="22098" y="7620"/>
                    <a:pt x="19939" y="7620"/>
                  </a:cubicBezTo>
                  <a:cubicBezTo>
                    <a:pt x="14732" y="7620"/>
                    <a:pt x="12954" y="8001"/>
                    <a:pt x="11430" y="8509"/>
                  </a:cubicBezTo>
                  <a:lnTo>
                    <a:pt x="10160" y="4953"/>
                  </a:lnTo>
                  <a:lnTo>
                    <a:pt x="12192" y="8128"/>
                  </a:lnTo>
                  <a:cubicBezTo>
                    <a:pt x="10541" y="9271"/>
                    <a:pt x="9017" y="10795"/>
                    <a:pt x="8001" y="12573"/>
                  </a:cubicBezTo>
                  <a:lnTo>
                    <a:pt x="4699" y="10668"/>
                  </a:lnTo>
                  <a:lnTo>
                    <a:pt x="8255" y="11811"/>
                  </a:lnTo>
                  <a:cubicBezTo>
                    <a:pt x="7874" y="12827"/>
                    <a:pt x="7747" y="13970"/>
                    <a:pt x="7620" y="16764"/>
                  </a:cubicBezTo>
                  <a:cubicBezTo>
                    <a:pt x="7493" y="18796"/>
                    <a:pt x="5715" y="20447"/>
                    <a:pt x="3683" y="20447"/>
                  </a:cubicBezTo>
                  <a:cubicBezTo>
                    <a:pt x="1651" y="20447"/>
                    <a:pt x="0" y="18542"/>
                    <a:pt x="0" y="1651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221481" y="180088"/>
              <a:ext cx="20962" cy="24645"/>
            </a:xfrm>
            <a:custGeom>
              <a:avLst/>
              <a:gdLst/>
              <a:ahLst/>
              <a:cxnLst/>
              <a:rect r="r" b="b" t="t" l="l"/>
              <a:pathLst>
                <a:path h="24645" w="20962">
                  <a:moveTo>
                    <a:pt x="3563" y="17400"/>
                  </a:moveTo>
                  <a:cubicBezTo>
                    <a:pt x="6357" y="17273"/>
                    <a:pt x="7500" y="17019"/>
                    <a:pt x="8643" y="16638"/>
                  </a:cubicBezTo>
                  <a:lnTo>
                    <a:pt x="9786" y="20194"/>
                  </a:lnTo>
                  <a:lnTo>
                    <a:pt x="8135" y="16765"/>
                  </a:lnTo>
                  <a:cubicBezTo>
                    <a:pt x="9278" y="16257"/>
                    <a:pt x="10421" y="15368"/>
                    <a:pt x="12072" y="13590"/>
                  </a:cubicBezTo>
                  <a:lnTo>
                    <a:pt x="14866" y="16130"/>
                  </a:lnTo>
                  <a:lnTo>
                    <a:pt x="11564" y="14225"/>
                  </a:lnTo>
                  <a:cubicBezTo>
                    <a:pt x="12580" y="12447"/>
                    <a:pt x="13215" y="10542"/>
                    <a:pt x="13342" y="8764"/>
                  </a:cubicBezTo>
                  <a:lnTo>
                    <a:pt x="17152" y="9145"/>
                  </a:lnTo>
                  <a:lnTo>
                    <a:pt x="13342" y="9145"/>
                  </a:lnTo>
                  <a:lnTo>
                    <a:pt x="13342" y="3810"/>
                  </a:lnTo>
                  <a:cubicBezTo>
                    <a:pt x="13342" y="1651"/>
                    <a:pt x="15120" y="0"/>
                    <a:pt x="17152" y="0"/>
                  </a:cubicBezTo>
                  <a:cubicBezTo>
                    <a:pt x="19184" y="0"/>
                    <a:pt x="20962" y="1778"/>
                    <a:pt x="20962" y="3810"/>
                  </a:cubicBezTo>
                  <a:lnTo>
                    <a:pt x="20962" y="9145"/>
                  </a:lnTo>
                  <a:cubicBezTo>
                    <a:pt x="20962" y="9272"/>
                    <a:pt x="20962" y="9399"/>
                    <a:pt x="20962" y="9526"/>
                  </a:cubicBezTo>
                  <a:cubicBezTo>
                    <a:pt x="20581" y="12320"/>
                    <a:pt x="19692" y="15114"/>
                    <a:pt x="18168" y="17908"/>
                  </a:cubicBezTo>
                  <a:cubicBezTo>
                    <a:pt x="18041" y="18162"/>
                    <a:pt x="17787" y="18416"/>
                    <a:pt x="17660" y="18543"/>
                  </a:cubicBezTo>
                  <a:cubicBezTo>
                    <a:pt x="15501" y="20956"/>
                    <a:pt x="13596" y="22226"/>
                    <a:pt x="11564" y="23242"/>
                  </a:cubicBezTo>
                  <a:cubicBezTo>
                    <a:pt x="11437" y="23369"/>
                    <a:pt x="11183" y="23369"/>
                    <a:pt x="11056" y="23496"/>
                  </a:cubicBezTo>
                  <a:cubicBezTo>
                    <a:pt x="9151" y="24131"/>
                    <a:pt x="7246" y="24512"/>
                    <a:pt x="3944" y="24639"/>
                  </a:cubicBezTo>
                  <a:cubicBezTo>
                    <a:pt x="1912" y="24766"/>
                    <a:pt x="134" y="23115"/>
                    <a:pt x="7" y="20956"/>
                  </a:cubicBezTo>
                  <a:cubicBezTo>
                    <a:pt x="-120" y="18797"/>
                    <a:pt x="1531" y="17146"/>
                    <a:pt x="3690" y="17019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63500" y="197234"/>
              <a:ext cx="7747" cy="26797"/>
            </a:xfrm>
            <a:custGeom>
              <a:avLst/>
              <a:gdLst/>
              <a:ahLst/>
              <a:cxnLst/>
              <a:rect r="r" b="b" t="t" l="l"/>
              <a:pathLst>
                <a:path h="26797" w="7747">
                  <a:moveTo>
                    <a:pt x="0" y="22987"/>
                  </a:moveTo>
                  <a:lnTo>
                    <a:pt x="127" y="3810"/>
                  </a:lnTo>
                  <a:cubicBezTo>
                    <a:pt x="127" y="1651"/>
                    <a:pt x="1905" y="0"/>
                    <a:pt x="3937" y="0"/>
                  </a:cubicBezTo>
                  <a:cubicBezTo>
                    <a:pt x="5969" y="0"/>
                    <a:pt x="7747" y="1778"/>
                    <a:pt x="7747" y="3810"/>
                  </a:cubicBezTo>
                  <a:lnTo>
                    <a:pt x="7620" y="22987"/>
                  </a:lnTo>
                  <a:cubicBezTo>
                    <a:pt x="7620" y="25146"/>
                    <a:pt x="5842" y="26797"/>
                    <a:pt x="3810" y="26797"/>
                  </a:cubicBezTo>
                  <a:cubicBezTo>
                    <a:pt x="1778" y="26797"/>
                    <a:pt x="0" y="25019"/>
                    <a:pt x="0" y="2298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152400" y="133733"/>
              <a:ext cx="69215" cy="7620"/>
            </a:xfrm>
            <a:custGeom>
              <a:avLst/>
              <a:gdLst/>
              <a:ahLst/>
              <a:cxnLst/>
              <a:rect r="r" b="b" t="t" l="l"/>
              <a:pathLst>
                <a:path h="7620" w="69215">
                  <a:moveTo>
                    <a:pt x="3810" y="0"/>
                  </a:moveTo>
                  <a:lnTo>
                    <a:pt x="65405" y="0"/>
                  </a:lnTo>
                  <a:cubicBezTo>
                    <a:pt x="67564" y="0"/>
                    <a:pt x="69215" y="1651"/>
                    <a:pt x="69215" y="3810"/>
                  </a:cubicBezTo>
                  <a:cubicBezTo>
                    <a:pt x="69215" y="5969"/>
                    <a:pt x="67564" y="7620"/>
                    <a:pt x="65405" y="7620"/>
                  </a:cubicBez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192452" y="153164"/>
              <a:ext cx="29497" cy="29718"/>
            </a:xfrm>
            <a:custGeom>
              <a:avLst/>
              <a:gdLst/>
              <a:ahLst/>
              <a:cxnLst/>
              <a:rect r="r" b="b" t="t" l="l"/>
              <a:pathLst>
                <a:path h="29718" w="29497">
                  <a:moveTo>
                    <a:pt x="1096" y="23241"/>
                  </a:moveTo>
                  <a:lnTo>
                    <a:pt x="23067" y="1143"/>
                  </a:lnTo>
                  <a:cubicBezTo>
                    <a:pt x="24591" y="-381"/>
                    <a:pt x="27004" y="-381"/>
                    <a:pt x="28401" y="1143"/>
                  </a:cubicBezTo>
                  <a:cubicBezTo>
                    <a:pt x="29798" y="2667"/>
                    <a:pt x="29925" y="5080"/>
                    <a:pt x="28401" y="6477"/>
                  </a:cubicBezTo>
                  <a:lnTo>
                    <a:pt x="6430" y="28575"/>
                  </a:lnTo>
                  <a:cubicBezTo>
                    <a:pt x="4906" y="30099"/>
                    <a:pt x="2493" y="30099"/>
                    <a:pt x="1096" y="28575"/>
                  </a:cubicBezTo>
                  <a:cubicBezTo>
                    <a:pt x="-301" y="27051"/>
                    <a:pt x="-428" y="24638"/>
                    <a:pt x="1096" y="2324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181721" y="164197"/>
              <a:ext cx="18194" cy="18702"/>
            </a:xfrm>
            <a:custGeom>
              <a:avLst/>
              <a:gdLst/>
              <a:ahLst/>
              <a:cxnLst/>
              <a:rect r="r" b="b" t="t" l="l"/>
              <a:pathLst>
                <a:path h="18702" w="18194">
                  <a:moveTo>
                    <a:pt x="6493" y="1159"/>
                  </a:moveTo>
                  <a:lnTo>
                    <a:pt x="17161" y="12335"/>
                  </a:lnTo>
                  <a:cubicBezTo>
                    <a:pt x="18558" y="13859"/>
                    <a:pt x="18558" y="16272"/>
                    <a:pt x="17034" y="17669"/>
                  </a:cubicBezTo>
                  <a:cubicBezTo>
                    <a:pt x="15510" y="19066"/>
                    <a:pt x="13097" y="19066"/>
                    <a:pt x="11700" y="17542"/>
                  </a:cubicBezTo>
                  <a:lnTo>
                    <a:pt x="1032" y="6366"/>
                  </a:lnTo>
                  <a:cubicBezTo>
                    <a:pt x="-365" y="4842"/>
                    <a:pt x="-365" y="2429"/>
                    <a:pt x="1159" y="1032"/>
                  </a:cubicBezTo>
                  <a:cubicBezTo>
                    <a:pt x="2683" y="-365"/>
                    <a:pt x="5096" y="-365"/>
                    <a:pt x="6493" y="1159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152654" y="96648"/>
              <a:ext cx="40640" cy="7620"/>
            </a:xfrm>
            <a:custGeom>
              <a:avLst/>
              <a:gdLst/>
              <a:ahLst/>
              <a:cxnLst/>
              <a:rect r="r" b="b" t="t" l="l"/>
              <a:pathLst>
                <a:path h="7620" w="40640">
                  <a:moveTo>
                    <a:pt x="3810" y="0"/>
                  </a:moveTo>
                  <a:lnTo>
                    <a:pt x="36830" y="0"/>
                  </a:lnTo>
                  <a:cubicBezTo>
                    <a:pt x="38989" y="0"/>
                    <a:pt x="40640" y="1651"/>
                    <a:pt x="40640" y="3810"/>
                  </a:cubicBezTo>
                  <a:cubicBezTo>
                    <a:pt x="40640" y="5969"/>
                    <a:pt x="38989" y="7620"/>
                    <a:pt x="36830" y="7620"/>
                  </a:cubicBez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207264" y="63548"/>
              <a:ext cx="35306" cy="35339"/>
            </a:xfrm>
            <a:custGeom>
              <a:avLst/>
              <a:gdLst/>
              <a:ahLst/>
              <a:cxnLst/>
              <a:rect r="r" b="b" t="t" l="l"/>
              <a:pathLst>
                <a:path h="35339" w="35306">
                  <a:moveTo>
                    <a:pt x="28829" y="34243"/>
                  </a:moveTo>
                  <a:lnTo>
                    <a:pt x="1143" y="6430"/>
                  </a:lnTo>
                  <a:cubicBezTo>
                    <a:pt x="-381" y="4906"/>
                    <a:pt x="-381" y="2493"/>
                    <a:pt x="1143" y="1096"/>
                  </a:cubicBezTo>
                  <a:cubicBezTo>
                    <a:pt x="2667" y="-301"/>
                    <a:pt x="5080" y="-428"/>
                    <a:pt x="6477" y="1096"/>
                  </a:cubicBezTo>
                  <a:lnTo>
                    <a:pt x="34163" y="28909"/>
                  </a:lnTo>
                  <a:cubicBezTo>
                    <a:pt x="35687" y="30433"/>
                    <a:pt x="35687" y="32846"/>
                    <a:pt x="34163" y="34243"/>
                  </a:cubicBezTo>
                  <a:cubicBezTo>
                    <a:pt x="32639" y="35640"/>
                    <a:pt x="30226" y="35767"/>
                    <a:pt x="28829" y="3424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217043" y="93092"/>
              <a:ext cx="25527" cy="7620"/>
            </a:xfrm>
            <a:custGeom>
              <a:avLst/>
              <a:gdLst/>
              <a:ahLst/>
              <a:cxnLst/>
              <a:rect r="r" b="b" t="t" l="l"/>
              <a:pathLst>
                <a:path h="7620" w="25527">
                  <a:moveTo>
                    <a:pt x="21717" y="7620"/>
                  </a:move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lnTo>
                    <a:pt x="21717" y="0"/>
                  </a:lnTo>
                  <a:cubicBezTo>
                    <a:pt x="23876" y="0"/>
                    <a:pt x="25527" y="1651"/>
                    <a:pt x="25527" y="3810"/>
                  </a:cubicBezTo>
                  <a:cubicBezTo>
                    <a:pt x="25527" y="5969"/>
                    <a:pt x="23876" y="7620"/>
                    <a:pt x="21717" y="762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129794" y="76328"/>
              <a:ext cx="7620" cy="27559"/>
            </a:xfrm>
            <a:custGeom>
              <a:avLst/>
              <a:gdLst/>
              <a:ahLst/>
              <a:cxnLst/>
              <a:rect r="r" b="b" t="t" l="l"/>
              <a:pathLst>
                <a:path h="27559" w="7620">
                  <a:moveTo>
                    <a:pt x="0" y="23749"/>
                  </a:move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lnTo>
                    <a:pt x="7620" y="23749"/>
                  </a:lnTo>
                  <a:cubicBezTo>
                    <a:pt x="7620" y="25908"/>
                    <a:pt x="5969" y="27559"/>
                    <a:pt x="3810" y="27559"/>
                  </a:cubicBezTo>
                  <a:cubicBezTo>
                    <a:pt x="1651" y="27559"/>
                    <a:pt x="0" y="25908"/>
                    <a:pt x="0" y="23749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176657" y="197488"/>
              <a:ext cx="52451" cy="7620"/>
            </a:xfrm>
            <a:custGeom>
              <a:avLst/>
              <a:gdLst/>
              <a:ahLst/>
              <a:cxnLst/>
              <a:rect r="r" b="b" t="t" l="l"/>
              <a:pathLst>
                <a:path h="7620" w="52451">
                  <a:moveTo>
                    <a:pt x="3810" y="0"/>
                  </a:moveTo>
                  <a:lnTo>
                    <a:pt x="48641" y="0"/>
                  </a:lnTo>
                  <a:cubicBezTo>
                    <a:pt x="50800" y="0"/>
                    <a:pt x="52451" y="1651"/>
                    <a:pt x="52451" y="3810"/>
                  </a:cubicBezTo>
                  <a:cubicBezTo>
                    <a:pt x="52451" y="5969"/>
                    <a:pt x="50800" y="7620"/>
                    <a:pt x="48641" y="7620"/>
                  </a:cubicBez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90054" y="141237"/>
              <a:ext cx="7978" cy="8359"/>
            </a:xfrm>
            <a:custGeom>
              <a:avLst/>
              <a:gdLst/>
              <a:ahLst/>
              <a:cxnLst/>
              <a:rect r="r" b="b" t="t" l="l"/>
              <a:pathLst>
                <a:path h="8359" w="7978">
                  <a:moveTo>
                    <a:pt x="7228" y="2148"/>
                  </a:moveTo>
                  <a:lnTo>
                    <a:pt x="7609" y="2910"/>
                  </a:lnTo>
                  <a:cubicBezTo>
                    <a:pt x="8498" y="4815"/>
                    <a:pt x="7736" y="7101"/>
                    <a:pt x="5831" y="7990"/>
                  </a:cubicBezTo>
                  <a:cubicBezTo>
                    <a:pt x="3926" y="8879"/>
                    <a:pt x="1640" y="8117"/>
                    <a:pt x="751" y="6212"/>
                  </a:cubicBezTo>
                  <a:lnTo>
                    <a:pt x="370" y="5450"/>
                  </a:lnTo>
                  <a:cubicBezTo>
                    <a:pt x="-519" y="3545"/>
                    <a:pt x="243" y="1259"/>
                    <a:pt x="2148" y="370"/>
                  </a:cubicBezTo>
                  <a:cubicBezTo>
                    <a:pt x="4053" y="-519"/>
                    <a:pt x="6339" y="243"/>
                    <a:pt x="7228" y="214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152654" y="115191"/>
              <a:ext cx="69088" cy="7620"/>
            </a:xfrm>
            <a:custGeom>
              <a:avLst/>
              <a:gdLst/>
              <a:ahLst/>
              <a:cxnLst/>
              <a:rect r="r" b="b" t="t" l="l"/>
              <a:pathLst>
                <a:path h="7620" w="69088">
                  <a:moveTo>
                    <a:pt x="3810" y="0"/>
                  </a:moveTo>
                  <a:lnTo>
                    <a:pt x="65278" y="0"/>
                  </a:lnTo>
                  <a:cubicBezTo>
                    <a:pt x="67437" y="0"/>
                    <a:pt x="69088" y="1651"/>
                    <a:pt x="69088" y="3810"/>
                  </a:cubicBezTo>
                  <a:cubicBezTo>
                    <a:pt x="69088" y="5969"/>
                    <a:pt x="67437" y="7620"/>
                    <a:pt x="65278" y="7620"/>
                  </a:cubicBez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63619" y="164340"/>
              <a:ext cx="43315" cy="40521"/>
            </a:xfrm>
            <a:custGeom>
              <a:avLst/>
              <a:gdLst/>
              <a:ahLst/>
              <a:cxnLst/>
              <a:rect r="r" b="b" t="t" l="l"/>
              <a:pathLst>
                <a:path h="40521" w="43315">
                  <a:moveTo>
                    <a:pt x="8" y="36323"/>
                  </a:moveTo>
                  <a:cubicBezTo>
                    <a:pt x="516" y="31370"/>
                    <a:pt x="1786" y="26671"/>
                    <a:pt x="4072" y="22353"/>
                  </a:cubicBezTo>
                  <a:lnTo>
                    <a:pt x="7501" y="24004"/>
                  </a:lnTo>
                  <a:lnTo>
                    <a:pt x="4072" y="22353"/>
                  </a:lnTo>
                  <a:cubicBezTo>
                    <a:pt x="6231" y="17907"/>
                    <a:pt x="9152" y="13970"/>
                    <a:pt x="12835" y="10668"/>
                  </a:cubicBezTo>
                  <a:lnTo>
                    <a:pt x="15375" y="13462"/>
                  </a:lnTo>
                  <a:lnTo>
                    <a:pt x="12835" y="10668"/>
                  </a:lnTo>
                  <a:cubicBezTo>
                    <a:pt x="16518" y="7366"/>
                    <a:pt x="20582" y="4699"/>
                    <a:pt x="25154" y="2921"/>
                  </a:cubicBezTo>
                  <a:cubicBezTo>
                    <a:pt x="29726" y="1143"/>
                    <a:pt x="34552" y="127"/>
                    <a:pt x="39505" y="0"/>
                  </a:cubicBezTo>
                  <a:cubicBezTo>
                    <a:pt x="41664" y="0"/>
                    <a:pt x="43315" y="1651"/>
                    <a:pt x="43315" y="3683"/>
                  </a:cubicBezTo>
                  <a:cubicBezTo>
                    <a:pt x="43315" y="5715"/>
                    <a:pt x="41664" y="7493"/>
                    <a:pt x="39632" y="7493"/>
                  </a:cubicBezTo>
                  <a:cubicBezTo>
                    <a:pt x="35568" y="7493"/>
                    <a:pt x="31758" y="8382"/>
                    <a:pt x="28075" y="9779"/>
                  </a:cubicBezTo>
                  <a:lnTo>
                    <a:pt x="26678" y="6223"/>
                  </a:lnTo>
                  <a:lnTo>
                    <a:pt x="28075" y="9779"/>
                  </a:lnTo>
                  <a:cubicBezTo>
                    <a:pt x="24392" y="11303"/>
                    <a:pt x="20963" y="13335"/>
                    <a:pt x="18042" y="16129"/>
                  </a:cubicBezTo>
                  <a:cubicBezTo>
                    <a:pt x="15121" y="18796"/>
                    <a:pt x="12708" y="21972"/>
                    <a:pt x="10930" y="25655"/>
                  </a:cubicBezTo>
                  <a:cubicBezTo>
                    <a:pt x="9152" y="29211"/>
                    <a:pt x="8009" y="33021"/>
                    <a:pt x="7628" y="37085"/>
                  </a:cubicBezTo>
                  <a:cubicBezTo>
                    <a:pt x="7374" y="39117"/>
                    <a:pt x="5596" y="40641"/>
                    <a:pt x="3437" y="40514"/>
                  </a:cubicBezTo>
                  <a:cubicBezTo>
                    <a:pt x="1278" y="40387"/>
                    <a:pt x="-119" y="38482"/>
                    <a:pt x="8" y="3632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163703" y="200282"/>
              <a:ext cx="7620" cy="23622"/>
            </a:xfrm>
            <a:custGeom>
              <a:avLst/>
              <a:gdLst/>
              <a:ahLst/>
              <a:cxnLst/>
              <a:rect r="r" b="b" t="t" l="l"/>
              <a:pathLst>
                <a:path h="23622" w="7620">
                  <a:moveTo>
                    <a:pt x="7620" y="3810"/>
                  </a:moveTo>
                  <a:lnTo>
                    <a:pt x="7620" y="19812"/>
                  </a:lnTo>
                  <a:cubicBezTo>
                    <a:pt x="7620" y="21971"/>
                    <a:pt x="5969" y="23622"/>
                    <a:pt x="3810" y="23622"/>
                  </a:cubicBezTo>
                  <a:cubicBezTo>
                    <a:pt x="1651" y="23622"/>
                    <a:pt x="0" y="21971"/>
                    <a:pt x="0" y="19812"/>
                  </a:cubicBez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99434" y="164334"/>
              <a:ext cx="43194" cy="8268"/>
            </a:xfrm>
            <a:custGeom>
              <a:avLst/>
              <a:gdLst/>
              <a:ahLst/>
              <a:cxnLst/>
              <a:rect r="r" b="b" t="t" l="l"/>
              <a:pathLst>
                <a:path h="8268" w="43194">
                  <a:moveTo>
                    <a:pt x="3817" y="6"/>
                  </a:moveTo>
                  <a:lnTo>
                    <a:pt x="39504" y="768"/>
                  </a:lnTo>
                  <a:cubicBezTo>
                    <a:pt x="41663" y="768"/>
                    <a:pt x="43314" y="2546"/>
                    <a:pt x="43187" y="4578"/>
                  </a:cubicBezTo>
                  <a:cubicBezTo>
                    <a:pt x="43060" y="6610"/>
                    <a:pt x="41409" y="8388"/>
                    <a:pt x="39377" y="8261"/>
                  </a:cubicBezTo>
                  <a:lnTo>
                    <a:pt x="3690" y="7499"/>
                  </a:lnTo>
                  <a:cubicBezTo>
                    <a:pt x="1531" y="7499"/>
                    <a:pt x="-120" y="5721"/>
                    <a:pt x="7" y="3689"/>
                  </a:cubicBezTo>
                  <a:cubicBezTo>
                    <a:pt x="134" y="1657"/>
                    <a:pt x="1785" y="-121"/>
                    <a:pt x="3817" y="6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205867" y="63501"/>
              <a:ext cx="7620" cy="27051"/>
            </a:xfrm>
            <a:custGeom>
              <a:avLst/>
              <a:gdLst/>
              <a:ahLst/>
              <a:cxnLst/>
              <a:rect r="r" b="b" t="t" l="l"/>
              <a:pathLst>
                <a:path h="27051" w="7620">
                  <a:moveTo>
                    <a:pt x="0" y="23241"/>
                  </a:move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lnTo>
                    <a:pt x="7620" y="23241"/>
                  </a:lnTo>
                  <a:cubicBezTo>
                    <a:pt x="7620" y="25400"/>
                    <a:pt x="5969" y="27051"/>
                    <a:pt x="3810" y="27051"/>
                  </a:cubicBezTo>
                  <a:cubicBezTo>
                    <a:pt x="1651" y="27051"/>
                    <a:pt x="0" y="25400"/>
                    <a:pt x="0" y="2324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145923" y="63501"/>
              <a:ext cx="67564" cy="7620"/>
            </a:xfrm>
            <a:custGeom>
              <a:avLst/>
              <a:gdLst/>
              <a:ahLst/>
              <a:cxnLst/>
              <a:rect r="r" b="b" t="t" l="l"/>
              <a:pathLst>
                <a:path h="7620" w="67564">
                  <a:moveTo>
                    <a:pt x="3810" y="0"/>
                  </a:moveTo>
                  <a:lnTo>
                    <a:pt x="63754" y="0"/>
                  </a:lnTo>
                  <a:cubicBezTo>
                    <a:pt x="65913" y="0"/>
                    <a:pt x="67564" y="1651"/>
                    <a:pt x="67564" y="3810"/>
                  </a:cubicBezTo>
                  <a:cubicBezTo>
                    <a:pt x="67564" y="5969"/>
                    <a:pt x="65913" y="7620"/>
                    <a:pt x="63754" y="7620"/>
                  </a:cubicBez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234950" y="93092"/>
              <a:ext cx="7620" cy="94870"/>
            </a:xfrm>
            <a:custGeom>
              <a:avLst/>
              <a:gdLst/>
              <a:ahLst/>
              <a:cxnLst/>
              <a:rect r="r" b="b" t="t" l="l"/>
              <a:pathLst>
                <a:path h="94870" w="7620">
                  <a:moveTo>
                    <a:pt x="0" y="91060"/>
                  </a:move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lnTo>
                    <a:pt x="7620" y="91060"/>
                  </a:lnTo>
                  <a:cubicBezTo>
                    <a:pt x="7620" y="93220"/>
                    <a:pt x="5969" y="94871"/>
                    <a:pt x="3810" y="94871"/>
                  </a:cubicBezTo>
                  <a:cubicBezTo>
                    <a:pt x="1651" y="94871"/>
                    <a:pt x="0" y="93220"/>
                    <a:pt x="0" y="9106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67310" y="305693"/>
              <a:ext cx="3295650" cy="19050"/>
            </a:xfrm>
            <a:custGeom>
              <a:avLst/>
              <a:gdLst/>
              <a:ahLst/>
              <a:cxnLst/>
              <a:rect r="r" b="b" t="t" l="l"/>
              <a:pathLst>
                <a:path h="19050" w="3295650">
                  <a:moveTo>
                    <a:pt x="0" y="0"/>
                  </a:moveTo>
                  <a:lnTo>
                    <a:pt x="3295650" y="0"/>
                  </a:lnTo>
                  <a:lnTo>
                    <a:pt x="32956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C9EF5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871163" y="7424778"/>
            <a:ext cx="16545658" cy="635025"/>
            <a:chOff x="0" y="0"/>
            <a:chExt cx="10356850" cy="397497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76581" y="65151"/>
              <a:ext cx="30607" cy="30480"/>
            </a:xfrm>
            <a:custGeom>
              <a:avLst/>
              <a:gdLst/>
              <a:ahLst/>
              <a:cxnLst/>
              <a:rect r="r" b="b" t="t" l="l"/>
              <a:pathLst>
                <a:path h="30480" w="30607">
                  <a:moveTo>
                    <a:pt x="30607" y="3937"/>
                  </a:moveTo>
                  <a:cubicBezTo>
                    <a:pt x="30607" y="17653"/>
                    <a:pt x="30607" y="21082"/>
                    <a:pt x="29845" y="23622"/>
                  </a:cubicBezTo>
                  <a:cubicBezTo>
                    <a:pt x="29718" y="23876"/>
                    <a:pt x="29591" y="24257"/>
                    <a:pt x="29464" y="24511"/>
                  </a:cubicBezTo>
                  <a:cubicBezTo>
                    <a:pt x="28702" y="25908"/>
                    <a:pt x="27559" y="27178"/>
                    <a:pt x="26289" y="28321"/>
                  </a:cubicBezTo>
                  <a:cubicBezTo>
                    <a:pt x="26162" y="28448"/>
                    <a:pt x="25908" y="28575"/>
                    <a:pt x="25781" y="28702"/>
                  </a:cubicBezTo>
                  <a:cubicBezTo>
                    <a:pt x="24130" y="29591"/>
                    <a:pt x="22479" y="30226"/>
                    <a:pt x="20828" y="30480"/>
                  </a:cubicBezTo>
                  <a:cubicBezTo>
                    <a:pt x="20574" y="30480"/>
                    <a:pt x="20447" y="30480"/>
                    <a:pt x="20193" y="30480"/>
                  </a:cubicBezTo>
                  <a:lnTo>
                    <a:pt x="3810" y="30480"/>
                  </a:lnTo>
                  <a:cubicBezTo>
                    <a:pt x="1651" y="30480"/>
                    <a:pt x="0" y="28829"/>
                    <a:pt x="0" y="26670"/>
                  </a:cubicBezTo>
                  <a:cubicBezTo>
                    <a:pt x="0" y="24511"/>
                    <a:pt x="1651" y="22860"/>
                    <a:pt x="3810" y="22860"/>
                  </a:cubicBezTo>
                  <a:lnTo>
                    <a:pt x="20193" y="22860"/>
                  </a:lnTo>
                  <a:lnTo>
                    <a:pt x="20193" y="26670"/>
                  </a:lnTo>
                  <a:lnTo>
                    <a:pt x="19558" y="22860"/>
                  </a:lnTo>
                  <a:cubicBezTo>
                    <a:pt x="20193" y="22733"/>
                    <a:pt x="21082" y="22479"/>
                    <a:pt x="21971" y="21971"/>
                  </a:cubicBezTo>
                  <a:lnTo>
                    <a:pt x="23876" y="25273"/>
                  </a:lnTo>
                  <a:lnTo>
                    <a:pt x="21463" y="22352"/>
                  </a:lnTo>
                  <a:cubicBezTo>
                    <a:pt x="22225" y="21717"/>
                    <a:pt x="22606" y="21209"/>
                    <a:pt x="22860" y="20701"/>
                  </a:cubicBezTo>
                  <a:lnTo>
                    <a:pt x="26162" y="22479"/>
                  </a:lnTo>
                  <a:lnTo>
                    <a:pt x="22479" y="21463"/>
                  </a:lnTo>
                  <a:cubicBezTo>
                    <a:pt x="22860" y="20066"/>
                    <a:pt x="22987" y="18161"/>
                    <a:pt x="22987" y="3810"/>
                  </a:cubicBezTo>
                  <a:cubicBezTo>
                    <a:pt x="22987" y="1651"/>
                    <a:pt x="24638" y="0"/>
                    <a:pt x="26797" y="0"/>
                  </a:cubicBezTo>
                  <a:cubicBezTo>
                    <a:pt x="28956" y="0"/>
                    <a:pt x="30607" y="1651"/>
                    <a:pt x="30607" y="381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207963" y="63564"/>
              <a:ext cx="14033" cy="20764"/>
            </a:xfrm>
            <a:custGeom>
              <a:avLst/>
              <a:gdLst/>
              <a:ahLst/>
              <a:cxnLst/>
              <a:rect r="r" b="b" t="t" l="l"/>
              <a:pathLst>
                <a:path h="20764" w="14033">
                  <a:moveTo>
                    <a:pt x="4381" y="63"/>
                  </a:moveTo>
                  <a:cubicBezTo>
                    <a:pt x="6667" y="444"/>
                    <a:pt x="9334" y="1714"/>
                    <a:pt x="11112" y="3492"/>
                  </a:cubicBezTo>
                  <a:cubicBezTo>
                    <a:pt x="11366" y="3746"/>
                    <a:pt x="11493" y="4000"/>
                    <a:pt x="11747" y="4254"/>
                  </a:cubicBezTo>
                  <a:cubicBezTo>
                    <a:pt x="12763" y="5778"/>
                    <a:pt x="13525" y="7556"/>
                    <a:pt x="13779" y="9080"/>
                  </a:cubicBezTo>
                  <a:cubicBezTo>
                    <a:pt x="13779" y="9334"/>
                    <a:pt x="13906" y="9588"/>
                    <a:pt x="13906" y="9842"/>
                  </a:cubicBezTo>
                  <a:lnTo>
                    <a:pt x="14033" y="16954"/>
                  </a:lnTo>
                  <a:cubicBezTo>
                    <a:pt x="14033" y="19113"/>
                    <a:pt x="12382" y="20764"/>
                    <a:pt x="10223" y="20764"/>
                  </a:cubicBezTo>
                  <a:cubicBezTo>
                    <a:pt x="8064" y="20764"/>
                    <a:pt x="6413" y="19113"/>
                    <a:pt x="6413" y="16954"/>
                  </a:cubicBezTo>
                  <a:lnTo>
                    <a:pt x="6286" y="9842"/>
                  </a:lnTo>
                  <a:lnTo>
                    <a:pt x="10096" y="9842"/>
                  </a:lnTo>
                  <a:lnTo>
                    <a:pt x="6413" y="10604"/>
                  </a:lnTo>
                  <a:cubicBezTo>
                    <a:pt x="6286" y="10096"/>
                    <a:pt x="5905" y="9080"/>
                    <a:pt x="5397" y="8191"/>
                  </a:cubicBezTo>
                  <a:lnTo>
                    <a:pt x="8572" y="6159"/>
                  </a:lnTo>
                  <a:lnTo>
                    <a:pt x="5905" y="8953"/>
                  </a:lnTo>
                  <a:cubicBezTo>
                    <a:pt x="5270" y="8318"/>
                    <a:pt x="4000" y="7683"/>
                    <a:pt x="3111" y="7556"/>
                  </a:cubicBezTo>
                  <a:cubicBezTo>
                    <a:pt x="1079" y="7175"/>
                    <a:pt x="-318" y="5143"/>
                    <a:pt x="63" y="3111"/>
                  </a:cubicBezTo>
                  <a:cubicBezTo>
                    <a:pt x="444" y="1079"/>
                    <a:pt x="2476" y="-318"/>
                    <a:pt x="4508" y="6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202692" y="228188"/>
              <a:ext cx="19334" cy="14508"/>
            </a:xfrm>
            <a:custGeom>
              <a:avLst/>
              <a:gdLst/>
              <a:ahLst/>
              <a:cxnLst/>
              <a:rect r="r" b="b" t="t" l="l"/>
              <a:pathLst>
                <a:path h="14508" w="19334">
                  <a:moveTo>
                    <a:pt x="19177" y="4094"/>
                  </a:moveTo>
                  <a:cubicBezTo>
                    <a:pt x="18796" y="6634"/>
                    <a:pt x="17907" y="8539"/>
                    <a:pt x="16256" y="10825"/>
                  </a:cubicBezTo>
                  <a:cubicBezTo>
                    <a:pt x="16002" y="11079"/>
                    <a:pt x="15748" y="11333"/>
                    <a:pt x="15494" y="11587"/>
                  </a:cubicBezTo>
                  <a:cubicBezTo>
                    <a:pt x="13716" y="12984"/>
                    <a:pt x="11684" y="13873"/>
                    <a:pt x="9652" y="14254"/>
                  </a:cubicBezTo>
                  <a:cubicBezTo>
                    <a:pt x="9398" y="14254"/>
                    <a:pt x="9271" y="14381"/>
                    <a:pt x="9017" y="14381"/>
                  </a:cubicBezTo>
                  <a:lnTo>
                    <a:pt x="3810" y="14508"/>
                  </a:lnTo>
                  <a:cubicBezTo>
                    <a:pt x="1651" y="14508"/>
                    <a:pt x="0" y="12857"/>
                    <a:pt x="0" y="10825"/>
                  </a:cubicBezTo>
                  <a:cubicBezTo>
                    <a:pt x="0" y="8793"/>
                    <a:pt x="1651" y="7015"/>
                    <a:pt x="3683" y="7015"/>
                  </a:cubicBezTo>
                  <a:lnTo>
                    <a:pt x="8890" y="6888"/>
                  </a:lnTo>
                  <a:lnTo>
                    <a:pt x="9017" y="10698"/>
                  </a:lnTo>
                  <a:lnTo>
                    <a:pt x="8255" y="7015"/>
                  </a:lnTo>
                  <a:cubicBezTo>
                    <a:pt x="9017" y="6888"/>
                    <a:pt x="10033" y="6507"/>
                    <a:pt x="11049" y="5745"/>
                  </a:cubicBezTo>
                  <a:lnTo>
                    <a:pt x="13335" y="8793"/>
                  </a:lnTo>
                  <a:lnTo>
                    <a:pt x="10287" y="6507"/>
                  </a:lnTo>
                  <a:cubicBezTo>
                    <a:pt x="11303" y="5237"/>
                    <a:pt x="11557" y="4475"/>
                    <a:pt x="11811" y="3205"/>
                  </a:cubicBezTo>
                  <a:cubicBezTo>
                    <a:pt x="12192" y="1173"/>
                    <a:pt x="14097" y="-224"/>
                    <a:pt x="16129" y="30"/>
                  </a:cubicBezTo>
                  <a:cubicBezTo>
                    <a:pt x="18161" y="284"/>
                    <a:pt x="19558" y="2316"/>
                    <a:pt x="19304" y="434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76708" y="222503"/>
              <a:ext cx="15755" cy="20073"/>
            </a:xfrm>
            <a:custGeom>
              <a:avLst/>
              <a:gdLst/>
              <a:ahLst/>
              <a:cxnLst/>
              <a:rect r="r" b="b" t="t" l="l"/>
              <a:pathLst>
                <a:path h="20073" w="15755">
                  <a:moveTo>
                    <a:pt x="11557" y="20066"/>
                  </a:moveTo>
                  <a:cubicBezTo>
                    <a:pt x="9779" y="19939"/>
                    <a:pt x="8128" y="19685"/>
                    <a:pt x="6223" y="18923"/>
                  </a:cubicBezTo>
                  <a:cubicBezTo>
                    <a:pt x="5969" y="18796"/>
                    <a:pt x="5715" y="18669"/>
                    <a:pt x="5588" y="18542"/>
                  </a:cubicBezTo>
                  <a:cubicBezTo>
                    <a:pt x="3556" y="17272"/>
                    <a:pt x="1778" y="15240"/>
                    <a:pt x="762" y="12954"/>
                  </a:cubicBezTo>
                  <a:cubicBezTo>
                    <a:pt x="635" y="12700"/>
                    <a:pt x="508" y="12446"/>
                    <a:pt x="508" y="12192"/>
                  </a:cubicBezTo>
                  <a:cubicBezTo>
                    <a:pt x="254" y="10795"/>
                    <a:pt x="127" y="7747"/>
                    <a:pt x="0" y="3810"/>
                  </a:cubicBezTo>
                  <a:cubicBezTo>
                    <a:pt x="0" y="1651"/>
                    <a:pt x="1651" y="0"/>
                    <a:pt x="3683" y="0"/>
                  </a:cubicBezTo>
                  <a:cubicBezTo>
                    <a:pt x="5715" y="0"/>
                    <a:pt x="7493" y="1651"/>
                    <a:pt x="7493" y="3683"/>
                  </a:cubicBezTo>
                  <a:cubicBezTo>
                    <a:pt x="7620" y="7874"/>
                    <a:pt x="7747" y="10033"/>
                    <a:pt x="7874" y="10541"/>
                  </a:cubicBezTo>
                  <a:lnTo>
                    <a:pt x="4191" y="11303"/>
                  </a:lnTo>
                  <a:lnTo>
                    <a:pt x="7620" y="9652"/>
                  </a:lnTo>
                  <a:cubicBezTo>
                    <a:pt x="8128" y="10668"/>
                    <a:pt x="8890" y="11557"/>
                    <a:pt x="9779" y="12192"/>
                  </a:cubicBezTo>
                  <a:lnTo>
                    <a:pt x="7747" y="15367"/>
                  </a:lnTo>
                  <a:lnTo>
                    <a:pt x="9144" y="11811"/>
                  </a:lnTo>
                  <a:cubicBezTo>
                    <a:pt x="10414" y="12319"/>
                    <a:pt x="11176" y="12446"/>
                    <a:pt x="12192" y="12446"/>
                  </a:cubicBezTo>
                  <a:cubicBezTo>
                    <a:pt x="14224" y="12573"/>
                    <a:pt x="15875" y="14351"/>
                    <a:pt x="15748" y="16510"/>
                  </a:cubicBezTo>
                  <a:cubicBezTo>
                    <a:pt x="15621" y="18669"/>
                    <a:pt x="13843" y="20193"/>
                    <a:pt x="11684" y="20066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76581" y="88011"/>
              <a:ext cx="7620" cy="10414"/>
            </a:xfrm>
            <a:custGeom>
              <a:avLst/>
              <a:gdLst/>
              <a:ahLst/>
              <a:cxnLst/>
              <a:rect r="r" b="b" t="t" l="l"/>
              <a:pathLst>
                <a:path h="10414" w="7620">
                  <a:moveTo>
                    <a:pt x="0" y="6604"/>
                  </a:moveTo>
                  <a:lnTo>
                    <a:pt x="0" y="3810"/>
                  </a:lnTo>
                  <a:cubicBezTo>
                    <a:pt x="0" y="1651"/>
                    <a:pt x="1778" y="0"/>
                    <a:pt x="3810" y="0"/>
                  </a:cubicBezTo>
                  <a:cubicBezTo>
                    <a:pt x="5842" y="0"/>
                    <a:pt x="7620" y="1778"/>
                    <a:pt x="7620" y="3810"/>
                  </a:cubicBezTo>
                  <a:lnTo>
                    <a:pt x="7620" y="6604"/>
                  </a:lnTo>
                  <a:cubicBezTo>
                    <a:pt x="7620" y="8763"/>
                    <a:pt x="5842" y="10414"/>
                    <a:pt x="3810" y="10414"/>
                  </a:cubicBezTo>
                  <a:cubicBezTo>
                    <a:pt x="1778" y="10414"/>
                    <a:pt x="0" y="8636"/>
                    <a:pt x="0" y="660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76692" y="63561"/>
              <a:ext cx="32418" cy="32008"/>
            </a:xfrm>
            <a:custGeom>
              <a:avLst/>
              <a:gdLst/>
              <a:ahLst/>
              <a:cxnLst/>
              <a:rect r="r" b="b" t="t" l="l"/>
              <a:pathLst>
                <a:path h="32008" w="32418">
                  <a:moveTo>
                    <a:pt x="31385" y="6543"/>
                  </a:moveTo>
                  <a:lnTo>
                    <a:pt x="6366" y="30927"/>
                  </a:lnTo>
                  <a:cubicBezTo>
                    <a:pt x="4842" y="32451"/>
                    <a:pt x="2429" y="32324"/>
                    <a:pt x="1032" y="30800"/>
                  </a:cubicBezTo>
                  <a:cubicBezTo>
                    <a:pt x="-365" y="29276"/>
                    <a:pt x="-365" y="26863"/>
                    <a:pt x="1159" y="25466"/>
                  </a:cubicBezTo>
                  <a:lnTo>
                    <a:pt x="26051" y="1082"/>
                  </a:lnTo>
                  <a:cubicBezTo>
                    <a:pt x="27575" y="-442"/>
                    <a:pt x="29988" y="-315"/>
                    <a:pt x="31385" y="1209"/>
                  </a:cubicBezTo>
                  <a:cubicBezTo>
                    <a:pt x="32782" y="2733"/>
                    <a:pt x="32782" y="5146"/>
                    <a:pt x="31258" y="654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136128" y="100821"/>
              <a:ext cx="32291" cy="69501"/>
            </a:xfrm>
            <a:custGeom>
              <a:avLst/>
              <a:gdLst/>
              <a:ahLst/>
              <a:cxnLst/>
              <a:rect r="r" b="b" t="t" l="l"/>
              <a:pathLst>
                <a:path h="69501" w="32291">
                  <a:moveTo>
                    <a:pt x="24908" y="67072"/>
                  </a:moveTo>
                  <a:lnTo>
                    <a:pt x="270" y="5224"/>
                  </a:lnTo>
                  <a:cubicBezTo>
                    <a:pt x="-492" y="3319"/>
                    <a:pt x="397" y="1033"/>
                    <a:pt x="2429" y="271"/>
                  </a:cubicBezTo>
                  <a:cubicBezTo>
                    <a:pt x="4461" y="-491"/>
                    <a:pt x="6620" y="398"/>
                    <a:pt x="7382" y="2430"/>
                  </a:cubicBezTo>
                  <a:lnTo>
                    <a:pt x="32020" y="64278"/>
                  </a:lnTo>
                  <a:cubicBezTo>
                    <a:pt x="32782" y="66183"/>
                    <a:pt x="31893" y="68469"/>
                    <a:pt x="29861" y="69231"/>
                  </a:cubicBezTo>
                  <a:cubicBezTo>
                    <a:pt x="27829" y="69993"/>
                    <a:pt x="25670" y="69104"/>
                    <a:pt x="24908" y="67072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119253" y="143128"/>
              <a:ext cx="41402" cy="7620"/>
            </a:xfrm>
            <a:custGeom>
              <a:avLst/>
              <a:gdLst/>
              <a:ahLst/>
              <a:cxnLst/>
              <a:rect r="r" b="b" t="t" l="l"/>
              <a:pathLst>
                <a:path h="7620" w="41402">
                  <a:moveTo>
                    <a:pt x="37592" y="7620"/>
                  </a:move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lnTo>
                    <a:pt x="37592" y="0"/>
                  </a:lnTo>
                  <a:cubicBezTo>
                    <a:pt x="39751" y="0"/>
                    <a:pt x="41402" y="1651"/>
                    <a:pt x="41402" y="3810"/>
                  </a:cubicBezTo>
                  <a:cubicBezTo>
                    <a:pt x="41402" y="5969"/>
                    <a:pt x="39751" y="7620"/>
                    <a:pt x="37592" y="762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101600" y="63500"/>
              <a:ext cx="113919" cy="7747"/>
            </a:xfrm>
            <a:custGeom>
              <a:avLst/>
              <a:gdLst/>
              <a:ahLst/>
              <a:cxnLst/>
              <a:rect r="r" b="b" t="t" l="l"/>
              <a:pathLst>
                <a:path h="7747" w="113919">
                  <a:moveTo>
                    <a:pt x="3810" y="127"/>
                  </a:moveTo>
                  <a:lnTo>
                    <a:pt x="110109" y="0"/>
                  </a:lnTo>
                  <a:cubicBezTo>
                    <a:pt x="112268" y="0"/>
                    <a:pt x="113919" y="1651"/>
                    <a:pt x="113919" y="3810"/>
                  </a:cubicBezTo>
                  <a:cubicBezTo>
                    <a:pt x="113919" y="5969"/>
                    <a:pt x="112268" y="7620"/>
                    <a:pt x="110109" y="7620"/>
                  </a:cubicBezTo>
                  <a:lnTo>
                    <a:pt x="3810" y="7747"/>
                  </a:lnTo>
                  <a:cubicBezTo>
                    <a:pt x="1651" y="7747"/>
                    <a:pt x="0" y="6096"/>
                    <a:pt x="0" y="3937"/>
                  </a:cubicBezTo>
                  <a:cubicBezTo>
                    <a:pt x="0" y="1778"/>
                    <a:pt x="1651" y="127"/>
                    <a:pt x="3810" y="12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111379" y="100837"/>
              <a:ext cx="32386" cy="69851"/>
            </a:xfrm>
            <a:custGeom>
              <a:avLst/>
              <a:gdLst/>
              <a:ahLst/>
              <a:cxnLst/>
              <a:rect r="r" b="b" t="t" l="l"/>
              <a:pathLst>
                <a:path h="69851" w="32386">
                  <a:moveTo>
                    <a:pt x="32131" y="5208"/>
                  </a:moveTo>
                  <a:lnTo>
                    <a:pt x="7366" y="67437"/>
                  </a:lnTo>
                  <a:cubicBezTo>
                    <a:pt x="6604" y="69342"/>
                    <a:pt x="4318" y="70358"/>
                    <a:pt x="2413" y="69596"/>
                  </a:cubicBezTo>
                  <a:cubicBezTo>
                    <a:pt x="508" y="68834"/>
                    <a:pt x="-508" y="66548"/>
                    <a:pt x="254" y="64643"/>
                  </a:cubicBezTo>
                  <a:lnTo>
                    <a:pt x="25019" y="2414"/>
                  </a:lnTo>
                  <a:cubicBezTo>
                    <a:pt x="25781" y="509"/>
                    <a:pt x="28067" y="-507"/>
                    <a:pt x="29972" y="255"/>
                  </a:cubicBezTo>
                  <a:cubicBezTo>
                    <a:pt x="31877" y="1017"/>
                    <a:pt x="32893" y="3303"/>
                    <a:pt x="32131" y="520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22" id="122"/>
            <p:cNvSpPr/>
            <p:nvPr/>
          </p:nvSpPr>
          <p:spPr>
            <a:xfrm flipH="false" flipV="false" rot="0">
              <a:off x="214249" y="76581"/>
              <a:ext cx="7620" cy="158876"/>
            </a:xfrm>
            <a:custGeom>
              <a:avLst/>
              <a:gdLst/>
              <a:ahLst/>
              <a:cxnLst/>
              <a:rect r="r" b="b" t="t" l="l"/>
              <a:pathLst>
                <a:path h="158876" w="7620">
                  <a:moveTo>
                    <a:pt x="7620" y="3810"/>
                  </a:moveTo>
                  <a:lnTo>
                    <a:pt x="7620" y="155066"/>
                  </a:lnTo>
                  <a:cubicBezTo>
                    <a:pt x="7620" y="157225"/>
                    <a:pt x="5969" y="158876"/>
                    <a:pt x="3810" y="158876"/>
                  </a:cubicBezTo>
                  <a:cubicBezTo>
                    <a:pt x="1651" y="158876"/>
                    <a:pt x="0" y="157225"/>
                    <a:pt x="0" y="155066"/>
                  </a:cubicBez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84709" y="234822"/>
              <a:ext cx="125476" cy="7620"/>
            </a:xfrm>
            <a:custGeom>
              <a:avLst/>
              <a:gdLst/>
              <a:ahLst/>
              <a:cxnLst/>
              <a:rect r="r" b="b" t="t" l="l"/>
              <a:pathLst>
                <a:path h="7620" w="125476">
                  <a:moveTo>
                    <a:pt x="121666" y="7620"/>
                  </a:move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lnTo>
                    <a:pt x="121666" y="0"/>
                  </a:lnTo>
                  <a:cubicBezTo>
                    <a:pt x="123825" y="0"/>
                    <a:pt x="125476" y="1651"/>
                    <a:pt x="125476" y="3810"/>
                  </a:cubicBezTo>
                  <a:cubicBezTo>
                    <a:pt x="125476" y="5969"/>
                    <a:pt x="123825" y="7620"/>
                    <a:pt x="121666" y="762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180848" y="117602"/>
              <a:ext cx="7620" cy="23876"/>
            </a:xfrm>
            <a:custGeom>
              <a:avLst/>
              <a:gdLst/>
              <a:ahLst/>
              <a:cxnLst/>
              <a:rect r="r" b="b" t="t" l="l"/>
              <a:pathLst>
                <a:path h="23876" w="7620">
                  <a:moveTo>
                    <a:pt x="7620" y="3810"/>
                  </a:moveTo>
                  <a:lnTo>
                    <a:pt x="7620" y="20065"/>
                  </a:lnTo>
                  <a:cubicBezTo>
                    <a:pt x="7620" y="22224"/>
                    <a:pt x="5969" y="23875"/>
                    <a:pt x="3810" y="23875"/>
                  </a:cubicBezTo>
                  <a:cubicBezTo>
                    <a:pt x="1651" y="23875"/>
                    <a:pt x="0" y="22224"/>
                    <a:pt x="0" y="20065"/>
                  </a:cubicBez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76581" y="90805"/>
              <a:ext cx="7620" cy="139191"/>
            </a:xfrm>
            <a:custGeom>
              <a:avLst/>
              <a:gdLst/>
              <a:ahLst/>
              <a:cxnLst/>
              <a:rect r="r" b="b" t="t" l="l"/>
              <a:pathLst>
                <a:path h="139191" w="7620">
                  <a:moveTo>
                    <a:pt x="0" y="135381"/>
                  </a:move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lnTo>
                    <a:pt x="7620" y="135381"/>
                  </a:lnTo>
                  <a:cubicBezTo>
                    <a:pt x="7620" y="137540"/>
                    <a:pt x="5969" y="139191"/>
                    <a:pt x="3810" y="139191"/>
                  </a:cubicBezTo>
                  <a:cubicBezTo>
                    <a:pt x="1651" y="139191"/>
                    <a:pt x="0" y="137540"/>
                    <a:pt x="0" y="13538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168656" y="130428"/>
              <a:ext cx="32512" cy="7620"/>
            </a:xfrm>
            <a:custGeom>
              <a:avLst/>
              <a:gdLst/>
              <a:ahLst/>
              <a:cxnLst/>
              <a:rect r="r" b="b" t="t" l="l"/>
              <a:pathLst>
                <a:path h="7620" w="32512">
                  <a:moveTo>
                    <a:pt x="3810" y="0"/>
                  </a:moveTo>
                  <a:lnTo>
                    <a:pt x="28702" y="0"/>
                  </a:lnTo>
                  <a:cubicBezTo>
                    <a:pt x="30861" y="0"/>
                    <a:pt x="32512" y="1651"/>
                    <a:pt x="32512" y="3810"/>
                  </a:cubicBezTo>
                  <a:cubicBezTo>
                    <a:pt x="32512" y="5969"/>
                    <a:pt x="30861" y="7620"/>
                    <a:pt x="28702" y="7620"/>
                  </a:cubicBez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180848" y="133857"/>
              <a:ext cx="7620" cy="17145"/>
            </a:xfrm>
            <a:custGeom>
              <a:avLst/>
              <a:gdLst/>
              <a:ahLst/>
              <a:cxnLst/>
              <a:rect r="r" b="b" t="t" l="l"/>
              <a:pathLst>
                <a:path h="17145" w="7620">
                  <a:moveTo>
                    <a:pt x="7620" y="3810"/>
                  </a:moveTo>
                  <a:lnTo>
                    <a:pt x="7620" y="13335"/>
                  </a:lnTo>
                  <a:cubicBezTo>
                    <a:pt x="7620" y="15494"/>
                    <a:pt x="5969" y="17145"/>
                    <a:pt x="3810" y="17145"/>
                  </a:cubicBezTo>
                  <a:cubicBezTo>
                    <a:pt x="1651" y="17145"/>
                    <a:pt x="0" y="15494"/>
                    <a:pt x="0" y="13335"/>
                  </a:cubicBez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28" id="128"/>
            <p:cNvSpPr/>
            <p:nvPr/>
          </p:nvSpPr>
          <p:spPr>
            <a:xfrm flipH="false" flipV="false" rot="0">
              <a:off x="63500" y="314959"/>
              <a:ext cx="10229850" cy="19050"/>
            </a:xfrm>
            <a:custGeom>
              <a:avLst/>
              <a:gdLst/>
              <a:ahLst/>
              <a:cxnLst/>
              <a:rect r="r" b="b" t="t" l="l"/>
              <a:pathLst>
                <a:path h="19050" w="10229850">
                  <a:moveTo>
                    <a:pt x="0" y="0"/>
                  </a:moveTo>
                  <a:lnTo>
                    <a:pt x="10229850" y="0"/>
                  </a:lnTo>
                  <a:lnTo>
                    <a:pt x="102298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C9EF5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1948946" y="4837933"/>
            <a:ext cx="5467875" cy="635025"/>
            <a:chOff x="0" y="0"/>
            <a:chExt cx="3422650" cy="397497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158496" y="234815"/>
              <a:ext cx="18295" cy="7754"/>
            </a:xfrm>
            <a:custGeom>
              <a:avLst/>
              <a:gdLst/>
              <a:ahLst/>
              <a:cxnLst/>
              <a:rect r="r" b="b" t="t" l="l"/>
              <a:pathLst>
                <a:path h="7754" w="18295">
                  <a:moveTo>
                    <a:pt x="14859" y="7627"/>
                  </a:moveTo>
                  <a:cubicBezTo>
                    <a:pt x="13462" y="7754"/>
                    <a:pt x="9652" y="7754"/>
                    <a:pt x="3810" y="7754"/>
                  </a:cubicBezTo>
                  <a:cubicBezTo>
                    <a:pt x="1651" y="7754"/>
                    <a:pt x="0" y="6103"/>
                    <a:pt x="0" y="3944"/>
                  </a:cubicBezTo>
                  <a:cubicBezTo>
                    <a:pt x="0" y="1785"/>
                    <a:pt x="1651" y="134"/>
                    <a:pt x="3810" y="134"/>
                  </a:cubicBezTo>
                  <a:cubicBezTo>
                    <a:pt x="9906" y="134"/>
                    <a:pt x="13208" y="134"/>
                    <a:pt x="14224" y="7"/>
                  </a:cubicBezTo>
                  <a:cubicBezTo>
                    <a:pt x="16256" y="-120"/>
                    <a:pt x="18161" y="1404"/>
                    <a:pt x="18288" y="3436"/>
                  </a:cubicBezTo>
                  <a:cubicBezTo>
                    <a:pt x="18415" y="5468"/>
                    <a:pt x="16891" y="7373"/>
                    <a:pt x="14859" y="750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31" id="131"/>
            <p:cNvSpPr/>
            <p:nvPr/>
          </p:nvSpPr>
          <p:spPr>
            <a:xfrm flipH="false" flipV="false" rot="0">
              <a:off x="67818" y="224535"/>
              <a:ext cx="12124" cy="17907"/>
            </a:xfrm>
            <a:custGeom>
              <a:avLst/>
              <a:gdLst/>
              <a:ahLst/>
              <a:cxnLst/>
              <a:rect r="r" b="b" t="t" l="l"/>
              <a:pathLst>
                <a:path h="17907" w="12124">
                  <a:moveTo>
                    <a:pt x="8001" y="17907"/>
                  </a:moveTo>
                  <a:cubicBezTo>
                    <a:pt x="5842" y="17526"/>
                    <a:pt x="3937" y="16764"/>
                    <a:pt x="2286" y="15494"/>
                  </a:cubicBezTo>
                  <a:cubicBezTo>
                    <a:pt x="1905" y="15240"/>
                    <a:pt x="1651" y="14859"/>
                    <a:pt x="1397" y="14478"/>
                  </a:cubicBezTo>
                  <a:cubicBezTo>
                    <a:pt x="1143" y="14097"/>
                    <a:pt x="1016" y="13716"/>
                    <a:pt x="889" y="13335"/>
                  </a:cubicBezTo>
                  <a:cubicBezTo>
                    <a:pt x="254" y="11557"/>
                    <a:pt x="0" y="8636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cubicBezTo>
                    <a:pt x="7620" y="8890"/>
                    <a:pt x="7874" y="10414"/>
                    <a:pt x="8001" y="10795"/>
                  </a:cubicBezTo>
                  <a:cubicBezTo>
                    <a:pt x="8001" y="10795"/>
                    <a:pt x="7874" y="10668"/>
                    <a:pt x="7874" y="10541"/>
                  </a:cubicBezTo>
                  <a:lnTo>
                    <a:pt x="4572" y="12446"/>
                  </a:lnTo>
                  <a:lnTo>
                    <a:pt x="6985" y="9525"/>
                  </a:lnTo>
                  <a:cubicBezTo>
                    <a:pt x="7366" y="9906"/>
                    <a:pt x="8001" y="10160"/>
                    <a:pt x="8890" y="10287"/>
                  </a:cubicBezTo>
                  <a:cubicBezTo>
                    <a:pt x="10922" y="10541"/>
                    <a:pt x="12446" y="12573"/>
                    <a:pt x="12065" y="14605"/>
                  </a:cubicBezTo>
                  <a:cubicBezTo>
                    <a:pt x="11684" y="16637"/>
                    <a:pt x="9779" y="18161"/>
                    <a:pt x="7747" y="1778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68064" y="192268"/>
              <a:ext cx="14496" cy="29100"/>
            </a:xfrm>
            <a:custGeom>
              <a:avLst/>
              <a:gdLst/>
              <a:ahLst/>
              <a:cxnLst/>
              <a:rect r="r" b="b" t="t" l="l"/>
              <a:pathLst>
                <a:path h="29100" w="14496">
                  <a:moveTo>
                    <a:pt x="8" y="25028"/>
                  </a:moveTo>
                  <a:cubicBezTo>
                    <a:pt x="643" y="19186"/>
                    <a:pt x="1151" y="16392"/>
                    <a:pt x="2040" y="13090"/>
                  </a:cubicBezTo>
                  <a:cubicBezTo>
                    <a:pt x="2040" y="12963"/>
                    <a:pt x="2040" y="12963"/>
                    <a:pt x="2167" y="12836"/>
                  </a:cubicBezTo>
                  <a:cubicBezTo>
                    <a:pt x="3183" y="9915"/>
                    <a:pt x="4453" y="7121"/>
                    <a:pt x="5850" y="4581"/>
                  </a:cubicBezTo>
                  <a:cubicBezTo>
                    <a:pt x="5850" y="4454"/>
                    <a:pt x="5977" y="4454"/>
                    <a:pt x="5977" y="4327"/>
                  </a:cubicBezTo>
                  <a:lnTo>
                    <a:pt x="7501" y="1787"/>
                  </a:lnTo>
                  <a:cubicBezTo>
                    <a:pt x="8644" y="9"/>
                    <a:pt x="10930" y="-499"/>
                    <a:pt x="12708" y="517"/>
                  </a:cubicBezTo>
                  <a:cubicBezTo>
                    <a:pt x="14486" y="1533"/>
                    <a:pt x="14994" y="3946"/>
                    <a:pt x="13978" y="5724"/>
                  </a:cubicBezTo>
                  <a:lnTo>
                    <a:pt x="12454" y="8264"/>
                  </a:lnTo>
                  <a:lnTo>
                    <a:pt x="9279" y="6232"/>
                  </a:lnTo>
                  <a:lnTo>
                    <a:pt x="12581" y="8010"/>
                  </a:lnTo>
                  <a:cubicBezTo>
                    <a:pt x="11438" y="10296"/>
                    <a:pt x="10295" y="12709"/>
                    <a:pt x="9406" y="15249"/>
                  </a:cubicBezTo>
                  <a:lnTo>
                    <a:pt x="5850" y="13979"/>
                  </a:lnTo>
                  <a:lnTo>
                    <a:pt x="9533" y="14995"/>
                  </a:lnTo>
                  <a:cubicBezTo>
                    <a:pt x="8771" y="17916"/>
                    <a:pt x="8263" y="20202"/>
                    <a:pt x="7628" y="25663"/>
                  </a:cubicBezTo>
                  <a:cubicBezTo>
                    <a:pt x="7374" y="27695"/>
                    <a:pt x="5596" y="29219"/>
                    <a:pt x="3437" y="29092"/>
                  </a:cubicBezTo>
                  <a:cubicBezTo>
                    <a:pt x="1278" y="28965"/>
                    <a:pt x="-119" y="27060"/>
                    <a:pt x="8" y="2490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170496" y="212209"/>
              <a:ext cx="9844" cy="30044"/>
            </a:xfrm>
            <a:custGeom>
              <a:avLst/>
              <a:gdLst/>
              <a:ahLst/>
              <a:cxnLst/>
              <a:rect r="r" b="b" t="t" l="l"/>
              <a:pathLst>
                <a:path h="30044" w="9844">
                  <a:moveTo>
                    <a:pt x="9590" y="3690"/>
                  </a:moveTo>
                  <a:cubicBezTo>
                    <a:pt x="9717" y="8389"/>
                    <a:pt x="9717" y="21851"/>
                    <a:pt x="9590" y="23883"/>
                  </a:cubicBezTo>
                  <a:cubicBezTo>
                    <a:pt x="9590" y="24010"/>
                    <a:pt x="9590" y="24137"/>
                    <a:pt x="9590" y="24264"/>
                  </a:cubicBezTo>
                  <a:cubicBezTo>
                    <a:pt x="9590" y="24391"/>
                    <a:pt x="9463" y="24772"/>
                    <a:pt x="9336" y="25026"/>
                  </a:cubicBezTo>
                  <a:cubicBezTo>
                    <a:pt x="9209" y="25280"/>
                    <a:pt x="9082" y="25534"/>
                    <a:pt x="8955" y="25788"/>
                  </a:cubicBezTo>
                  <a:cubicBezTo>
                    <a:pt x="8447" y="26804"/>
                    <a:pt x="7558" y="27820"/>
                    <a:pt x="6542" y="28836"/>
                  </a:cubicBezTo>
                  <a:cubicBezTo>
                    <a:pt x="5145" y="30360"/>
                    <a:pt x="2732" y="30487"/>
                    <a:pt x="1208" y="28963"/>
                  </a:cubicBezTo>
                  <a:cubicBezTo>
                    <a:pt x="-316" y="27439"/>
                    <a:pt x="-443" y="25153"/>
                    <a:pt x="1081" y="23629"/>
                  </a:cubicBezTo>
                  <a:cubicBezTo>
                    <a:pt x="1970" y="22740"/>
                    <a:pt x="2224" y="22232"/>
                    <a:pt x="2351" y="22105"/>
                  </a:cubicBezTo>
                  <a:cubicBezTo>
                    <a:pt x="2478" y="21978"/>
                    <a:pt x="2351" y="22232"/>
                    <a:pt x="2351" y="22232"/>
                  </a:cubicBezTo>
                  <a:lnTo>
                    <a:pt x="5907" y="23629"/>
                  </a:lnTo>
                  <a:lnTo>
                    <a:pt x="2224" y="22994"/>
                  </a:lnTo>
                  <a:cubicBezTo>
                    <a:pt x="2224" y="23121"/>
                    <a:pt x="2224" y="23121"/>
                    <a:pt x="2224" y="23121"/>
                  </a:cubicBezTo>
                  <a:cubicBezTo>
                    <a:pt x="2351" y="21597"/>
                    <a:pt x="2351" y="8643"/>
                    <a:pt x="2224" y="3944"/>
                  </a:cubicBezTo>
                  <a:cubicBezTo>
                    <a:pt x="2097" y="1785"/>
                    <a:pt x="3748" y="134"/>
                    <a:pt x="5907" y="7"/>
                  </a:cubicBezTo>
                  <a:cubicBezTo>
                    <a:pt x="8066" y="-120"/>
                    <a:pt x="9717" y="1531"/>
                    <a:pt x="9844" y="369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34" id="134"/>
            <p:cNvSpPr/>
            <p:nvPr/>
          </p:nvSpPr>
          <p:spPr>
            <a:xfrm flipH="false" flipV="false" rot="0">
              <a:off x="171434" y="82787"/>
              <a:ext cx="21496" cy="21877"/>
            </a:xfrm>
            <a:custGeom>
              <a:avLst/>
              <a:gdLst/>
              <a:ahLst/>
              <a:cxnLst/>
              <a:rect r="r" b="b" t="t" l="l"/>
              <a:pathLst>
                <a:path h="21877" w="21496">
                  <a:moveTo>
                    <a:pt x="20463" y="6367"/>
                  </a:moveTo>
                  <a:lnTo>
                    <a:pt x="6493" y="20718"/>
                  </a:lnTo>
                  <a:cubicBezTo>
                    <a:pt x="4969" y="22242"/>
                    <a:pt x="2683" y="22242"/>
                    <a:pt x="1159" y="20845"/>
                  </a:cubicBezTo>
                  <a:cubicBezTo>
                    <a:pt x="-365" y="19448"/>
                    <a:pt x="-365" y="17035"/>
                    <a:pt x="1032" y="15511"/>
                  </a:cubicBezTo>
                  <a:lnTo>
                    <a:pt x="15002" y="1160"/>
                  </a:lnTo>
                  <a:cubicBezTo>
                    <a:pt x="16526" y="-364"/>
                    <a:pt x="18812" y="-364"/>
                    <a:pt x="20336" y="1033"/>
                  </a:cubicBezTo>
                  <a:cubicBezTo>
                    <a:pt x="21860" y="2430"/>
                    <a:pt x="21860" y="4843"/>
                    <a:pt x="20463" y="636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35" id="135"/>
            <p:cNvSpPr/>
            <p:nvPr/>
          </p:nvSpPr>
          <p:spPr>
            <a:xfrm flipH="false" flipV="false" rot="0">
              <a:off x="185293" y="82677"/>
              <a:ext cx="7620" cy="47244"/>
            </a:xfrm>
            <a:custGeom>
              <a:avLst/>
              <a:gdLst/>
              <a:ahLst/>
              <a:cxnLst/>
              <a:rect r="r" b="b" t="t" l="l"/>
              <a:pathLst>
                <a:path h="47244" w="7620">
                  <a:moveTo>
                    <a:pt x="0" y="43434"/>
                  </a:move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lnTo>
                    <a:pt x="7620" y="43434"/>
                  </a:lnTo>
                  <a:cubicBezTo>
                    <a:pt x="7620" y="45593"/>
                    <a:pt x="5969" y="47244"/>
                    <a:pt x="3810" y="47244"/>
                  </a:cubicBezTo>
                  <a:cubicBezTo>
                    <a:pt x="1651" y="47244"/>
                    <a:pt x="0" y="45593"/>
                    <a:pt x="0" y="4343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185293" y="82724"/>
              <a:ext cx="22606" cy="22639"/>
            </a:xfrm>
            <a:custGeom>
              <a:avLst/>
              <a:gdLst/>
              <a:ahLst/>
              <a:cxnLst/>
              <a:rect r="r" b="b" t="t" l="l"/>
              <a:pathLst>
                <a:path h="22639" w="22606">
                  <a:moveTo>
                    <a:pt x="16129" y="21416"/>
                  </a:moveTo>
                  <a:lnTo>
                    <a:pt x="1143" y="6430"/>
                  </a:lnTo>
                  <a:cubicBezTo>
                    <a:pt x="-381" y="4906"/>
                    <a:pt x="-381" y="2493"/>
                    <a:pt x="1143" y="1096"/>
                  </a:cubicBezTo>
                  <a:cubicBezTo>
                    <a:pt x="2667" y="-301"/>
                    <a:pt x="5080" y="-428"/>
                    <a:pt x="6477" y="1096"/>
                  </a:cubicBezTo>
                  <a:lnTo>
                    <a:pt x="21463" y="16209"/>
                  </a:lnTo>
                  <a:cubicBezTo>
                    <a:pt x="22987" y="17733"/>
                    <a:pt x="22987" y="20146"/>
                    <a:pt x="21463" y="21543"/>
                  </a:cubicBezTo>
                  <a:cubicBezTo>
                    <a:pt x="19939" y="22940"/>
                    <a:pt x="17526" y="23067"/>
                    <a:pt x="16129" y="2154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37" id="137"/>
            <p:cNvSpPr/>
            <p:nvPr/>
          </p:nvSpPr>
          <p:spPr>
            <a:xfrm flipH="false" flipV="false" rot="0">
              <a:off x="147447" y="63500"/>
              <a:ext cx="83058" cy="83058"/>
            </a:xfrm>
            <a:custGeom>
              <a:avLst/>
              <a:gdLst/>
              <a:ahLst/>
              <a:cxnLst/>
              <a:rect r="r" b="b" t="t" l="l"/>
              <a:pathLst>
                <a:path h="83058" w="83058">
                  <a:moveTo>
                    <a:pt x="83058" y="41529"/>
                  </a:moveTo>
                  <a:cubicBezTo>
                    <a:pt x="83058" y="46990"/>
                    <a:pt x="82042" y="52324"/>
                    <a:pt x="79883" y="57404"/>
                  </a:cubicBezTo>
                  <a:lnTo>
                    <a:pt x="76327" y="56007"/>
                  </a:lnTo>
                  <a:lnTo>
                    <a:pt x="79883" y="57404"/>
                  </a:lnTo>
                  <a:cubicBezTo>
                    <a:pt x="77724" y="62484"/>
                    <a:pt x="74803" y="66929"/>
                    <a:pt x="70866" y="70866"/>
                  </a:cubicBezTo>
                  <a:cubicBezTo>
                    <a:pt x="66929" y="74803"/>
                    <a:pt x="62484" y="77724"/>
                    <a:pt x="57404" y="79883"/>
                  </a:cubicBezTo>
                  <a:cubicBezTo>
                    <a:pt x="52324" y="82042"/>
                    <a:pt x="46990" y="83057"/>
                    <a:pt x="41529" y="83057"/>
                  </a:cubicBezTo>
                  <a:lnTo>
                    <a:pt x="41529" y="79248"/>
                  </a:lnTo>
                  <a:lnTo>
                    <a:pt x="41529" y="83057"/>
                  </a:lnTo>
                  <a:cubicBezTo>
                    <a:pt x="36068" y="83057"/>
                    <a:pt x="30734" y="82042"/>
                    <a:pt x="25654" y="79883"/>
                  </a:cubicBezTo>
                  <a:cubicBezTo>
                    <a:pt x="20574" y="77724"/>
                    <a:pt x="16129" y="74803"/>
                    <a:pt x="12192" y="70866"/>
                  </a:cubicBezTo>
                  <a:lnTo>
                    <a:pt x="14859" y="68199"/>
                  </a:lnTo>
                  <a:lnTo>
                    <a:pt x="12192" y="70866"/>
                  </a:lnTo>
                  <a:cubicBezTo>
                    <a:pt x="8255" y="66929"/>
                    <a:pt x="5334" y="62484"/>
                    <a:pt x="3175" y="57404"/>
                  </a:cubicBezTo>
                  <a:lnTo>
                    <a:pt x="6731" y="56007"/>
                  </a:lnTo>
                  <a:lnTo>
                    <a:pt x="3175" y="57404"/>
                  </a:lnTo>
                  <a:cubicBezTo>
                    <a:pt x="1016" y="52324"/>
                    <a:pt x="0" y="46990"/>
                    <a:pt x="0" y="41529"/>
                  </a:cubicBezTo>
                  <a:lnTo>
                    <a:pt x="3810" y="41529"/>
                  </a:lnTo>
                  <a:lnTo>
                    <a:pt x="0" y="41529"/>
                  </a:lnTo>
                  <a:cubicBezTo>
                    <a:pt x="0" y="36068"/>
                    <a:pt x="1016" y="30734"/>
                    <a:pt x="3175" y="25654"/>
                  </a:cubicBezTo>
                  <a:lnTo>
                    <a:pt x="6731" y="27051"/>
                  </a:lnTo>
                  <a:lnTo>
                    <a:pt x="3175" y="25654"/>
                  </a:lnTo>
                  <a:cubicBezTo>
                    <a:pt x="5334" y="20574"/>
                    <a:pt x="8255" y="16129"/>
                    <a:pt x="12192" y="12192"/>
                  </a:cubicBezTo>
                  <a:lnTo>
                    <a:pt x="14859" y="14859"/>
                  </a:lnTo>
                  <a:lnTo>
                    <a:pt x="12192" y="12192"/>
                  </a:lnTo>
                  <a:cubicBezTo>
                    <a:pt x="16129" y="8255"/>
                    <a:pt x="20574" y="5334"/>
                    <a:pt x="25654" y="3175"/>
                  </a:cubicBezTo>
                  <a:lnTo>
                    <a:pt x="27051" y="6731"/>
                  </a:lnTo>
                  <a:lnTo>
                    <a:pt x="25654" y="3175"/>
                  </a:lnTo>
                  <a:cubicBezTo>
                    <a:pt x="30734" y="1016"/>
                    <a:pt x="36068" y="0"/>
                    <a:pt x="41529" y="0"/>
                  </a:cubicBezTo>
                  <a:lnTo>
                    <a:pt x="41529" y="3810"/>
                  </a:lnTo>
                  <a:lnTo>
                    <a:pt x="41529" y="0"/>
                  </a:lnTo>
                  <a:cubicBezTo>
                    <a:pt x="46990" y="0"/>
                    <a:pt x="52324" y="1016"/>
                    <a:pt x="57404" y="3175"/>
                  </a:cubicBezTo>
                  <a:lnTo>
                    <a:pt x="56007" y="6731"/>
                  </a:lnTo>
                  <a:lnTo>
                    <a:pt x="57404" y="3175"/>
                  </a:lnTo>
                  <a:cubicBezTo>
                    <a:pt x="62484" y="5334"/>
                    <a:pt x="66929" y="8255"/>
                    <a:pt x="70866" y="12192"/>
                  </a:cubicBezTo>
                  <a:cubicBezTo>
                    <a:pt x="74803" y="16129"/>
                    <a:pt x="77724" y="20574"/>
                    <a:pt x="79883" y="25654"/>
                  </a:cubicBezTo>
                  <a:lnTo>
                    <a:pt x="76327" y="27051"/>
                  </a:lnTo>
                  <a:lnTo>
                    <a:pt x="79883" y="25654"/>
                  </a:lnTo>
                  <a:cubicBezTo>
                    <a:pt x="82042" y="30734"/>
                    <a:pt x="83058" y="36068"/>
                    <a:pt x="83058" y="41529"/>
                  </a:cubicBezTo>
                  <a:lnTo>
                    <a:pt x="79248" y="41529"/>
                  </a:lnTo>
                  <a:lnTo>
                    <a:pt x="83058" y="41529"/>
                  </a:lnTo>
                  <a:moveTo>
                    <a:pt x="75438" y="41529"/>
                  </a:moveTo>
                  <a:cubicBezTo>
                    <a:pt x="75438" y="37084"/>
                    <a:pt x="74549" y="32766"/>
                    <a:pt x="72898" y="28575"/>
                  </a:cubicBezTo>
                  <a:cubicBezTo>
                    <a:pt x="71120" y="24384"/>
                    <a:pt x="68707" y="20701"/>
                    <a:pt x="65532" y="17526"/>
                  </a:cubicBezTo>
                  <a:lnTo>
                    <a:pt x="68199" y="14859"/>
                  </a:lnTo>
                  <a:lnTo>
                    <a:pt x="65532" y="17526"/>
                  </a:lnTo>
                  <a:cubicBezTo>
                    <a:pt x="62357" y="14351"/>
                    <a:pt x="58674" y="11938"/>
                    <a:pt x="54483" y="10160"/>
                  </a:cubicBezTo>
                  <a:cubicBezTo>
                    <a:pt x="50292" y="8382"/>
                    <a:pt x="45974" y="7620"/>
                    <a:pt x="41529" y="7620"/>
                  </a:cubicBezTo>
                  <a:cubicBezTo>
                    <a:pt x="37084" y="7620"/>
                    <a:pt x="32766" y="8509"/>
                    <a:pt x="28575" y="10160"/>
                  </a:cubicBezTo>
                  <a:cubicBezTo>
                    <a:pt x="24384" y="11938"/>
                    <a:pt x="20701" y="14351"/>
                    <a:pt x="17526" y="17526"/>
                  </a:cubicBezTo>
                  <a:cubicBezTo>
                    <a:pt x="14351" y="20701"/>
                    <a:pt x="11938" y="24384"/>
                    <a:pt x="10160" y="28575"/>
                  </a:cubicBezTo>
                  <a:cubicBezTo>
                    <a:pt x="8382" y="32766"/>
                    <a:pt x="7620" y="37084"/>
                    <a:pt x="7620" y="41529"/>
                  </a:cubicBezTo>
                  <a:cubicBezTo>
                    <a:pt x="7620" y="45974"/>
                    <a:pt x="8509" y="50292"/>
                    <a:pt x="10160" y="54483"/>
                  </a:cubicBezTo>
                  <a:cubicBezTo>
                    <a:pt x="11938" y="58674"/>
                    <a:pt x="14351" y="62357"/>
                    <a:pt x="17526" y="65532"/>
                  </a:cubicBezTo>
                  <a:cubicBezTo>
                    <a:pt x="20701" y="68707"/>
                    <a:pt x="24384" y="71120"/>
                    <a:pt x="28575" y="72898"/>
                  </a:cubicBezTo>
                  <a:lnTo>
                    <a:pt x="27178" y="76454"/>
                  </a:lnTo>
                  <a:lnTo>
                    <a:pt x="28575" y="72898"/>
                  </a:lnTo>
                  <a:cubicBezTo>
                    <a:pt x="32766" y="74676"/>
                    <a:pt x="37084" y="75438"/>
                    <a:pt x="41529" y="75438"/>
                  </a:cubicBezTo>
                  <a:cubicBezTo>
                    <a:pt x="45974" y="75438"/>
                    <a:pt x="50292" y="74549"/>
                    <a:pt x="54483" y="72898"/>
                  </a:cubicBezTo>
                  <a:lnTo>
                    <a:pt x="55880" y="76454"/>
                  </a:lnTo>
                  <a:lnTo>
                    <a:pt x="54483" y="72898"/>
                  </a:lnTo>
                  <a:cubicBezTo>
                    <a:pt x="58674" y="71120"/>
                    <a:pt x="62357" y="68707"/>
                    <a:pt x="65532" y="65532"/>
                  </a:cubicBezTo>
                  <a:lnTo>
                    <a:pt x="68199" y="68199"/>
                  </a:lnTo>
                  <a:lnTo>
                    <a:pt x="65532" y="65532"/>
                  </a:lnTo>
                  <a:cubicBezTo>
                    <a:pt x="68707" y="62357"/>
                    <a:pt x="71120" y="58674"/>
                    <a:pt x="72898" y="54483"/>
                  </a:cubicBezTo>
                  <a:cubicBezTo>
                    <a:pt x="74676" y="50292"/>
                    <a:pt x="75438" y="45974"/>
                    <a:pt x="75438" y="41529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38" id="138"/>
            <p:cNvSpPr/>
            <p:nvPr/>
          </p:nvSpPr>
          <p:spPr>
            <a:xfrm flipH="false" flipV="false" rot="0">
              <a:off x="94234" y="109220"/>
              <a:ext cx="59690" cy="59690"/>
            </a:xfrm>
            <a:custGeom>
              <a:avLst/>
              <a:gdLst/>
              <a:ahLst/>
              <a:cxnLst/>
              <a:rect r="r" b="b" t="t" l="l"/>
              <a:pathLst>
                <a:path h="59690" w="59690">
                  <a:moveTo>
                    <a:pt x="59690" y="29718"/>
                  </a:moveTo>
                  <a:cubicBezTo>
                    <a:pt x="59690" y="33655"/>
                    <a:pt x="58928" y="37464"/>
                    <a:pt x="57404" y="41147"/>
                  </a:cubicBezTo>
                  <a:cubicBezTo>
                    <a:pt x="55880" y="44830"/>
                    <a:pt x="53721" y="48005"/>
                    <a:pt x="50927" y="50799"/>
                  </a:cubicBezTo>
                  <a:cubicBezTo>
                    <a:pt x="48133" y="53593"/>
                    <a:pt x="44831" y="55752"/>
                    <a:pt x="41275" y="57276"/>
                  </a:cubicBezTo>
                  <a:cubicBezTo>
                    <a:pt x="37592" y="58800"/>
                    <a:pt x="33782" y="59562"/>
                    <a:pt x="29845" y="59562"/>
                  </a:cubicBezTo>
                  <a:lnTo>
                    <a:pt x="29845" y="55879"/>
                  </a:lnTo>
                  <a:lnTo>
                    <a:pt x="29845" y="59689"/>
                  </a:lnTo>
                  <a:cubicBezTo>
                    <a:pt x="25908" y="59689"/>
                    <a:pt x="22098" y="58927"/>
                    <a:pt x="18415" y="57403"/>
                  </a:cubicBezTo>
                  <a:lnTo>
                    <a:pt x="19812" y="53847"/>
                  </a:lnTo>
                  <a:lnTo>
                    <a:pt x="18415" y="57403"/>
                  </a:lnTo>
                  <a:cubicBezTo>
                    <a:pt x="14732" y="55879"/>
                    <a:pt x="11557" y="53720"/>
                    <a:pt x="8763" y="50926"/>
                  </a:cubicBezTo>
                  <a:lnTo>
                    <a:pt x="11430" y="48259"/>
                  </a:lnTo>
                  <a:lnTo>
                    <a:pt x="8763" y="50926"/>
                  </a:lnTo>
                  <a:cubicBezTo>
                    <a:pt x="5969" y="48132"/>
                    <a:pt x="3810" y="44830"/>
                    <a:pt x="2286" y="41274"/>
                  </a:cubicBezTo>
                  <a:lnTo>
                    <a:pt x="5842" y="39877"/>
                  </a:lnTo>
                  <a:lnTo>
                    <a:pt x="2286" y="41274"/>
                  </a:lnTo>
                  <a:cubicBezTo>
                    <a:pt x="762" y="37591"/>
                    <a:pt x="0" y="33782"/>
                    <a:pt x="0" y="29845"/>
                  </a:cubicBezTo>
                  <a:lnTo>
                    <a:pt x="3810" y="29845"/>
                  </a:lnTo>
                  <a:lnTo>
                    <a:pt x="0" y="29845"/>
                  </a:lnTo>
                  <a:cubicBezTo>
                    <a:pt x="0" y="25908"/>
                    <a:pt x="762" y="22098"/>
                    <a:pt x="2286" y="18415"/>
                  </a:cubicBezTo>
                  <a:lnTo>
                    <a:pt x="5842" y="19812"/>
                  </a:lnTo>
                  <a:lnTo>
                    <a:pt x="2286" y="18415"/>
                  </a:lnTo>
                  <a:cubicBezTo>
                    <a:pt x="3810" y="14732"/>
                    <a:pt x="5969" y="11557"/>
                    <a:pt x="8763" y="8763"/>
                  </a:cubicBezTo>
                  <a:lnTo>
                    <a:pt x="11430" y="11430"/>
                  </a:lnTo>
                  <a:lnTo>
                    <a:pt x="8763" y="8763"/>
                  </a:lnTo>
                  <a:cubicBezTo>
                    <a:pt x="11557" y="5969"/>
                    <a:pt x="14859" y="3810"/>
                    <a:pt x="18415" y="2286"/>
                  </a:cubicBezTo>
                  <a:lnTo>
                    <a:pt x="19812" y="5842"/>
                  </a:lnTo>
                  <a:lnTo>
                    <a:pt x="18415" y="2286"/>
                  </a:lnTo>
                  <a:cubicBezTo>
                    <a:pt x="22098" y="762"/>
                    <a:pt x="25908" y="0"/>
                    <a:pt x="29845" y="0"/>
                  </a:cubicBezTo>
                  <a:lnTo>
                    <a:pt x="29845" y="3810"/>
                  </a:lnTo>
                  <a:lnTo>
                    <a:pt x="29845" y="0"/>
                  </a:lnTo>
                  <a:cubicBezTo>
                    <a:pt x="33782" y="0"/>
                    <a:pt x="37592" y="762"/>
                    <a:pt x="41275" y="2286"/>
                  </a:cubicBezTo>
                  <a:lnTo>
                    <a:pt x="39878" y="5842"/>
                  </a:lnTo>
                  <a:lnTo>
                    <a:pt x="41275" y="2286"/>
                  </a:lnTo>
                  <a:cubicBezTo>
                    <a:pt x="44958" y="3810"/>
                    <a:pt x="48133" y="5969"/>
                    <a:pt x="50927" y="8763"/>
                  </a:cubicBezTo>
                  <a:cubicBezTo>
                    <a:pt x="53721" y="11557"/>
                    <a:pt x="55880" y="14859"/>
                    <a:pt x="57404" y="18415"/>
                  </a:cubicBezTo>
                  <a:cubicBezTo>
                    <a:pt x="58928" y="22098"/>
                    <a:pt x="59690" y="25908"/>
                    <a:pt x="59690" y="29845"/>
                  </a:cubicBezTo>
                  <a:lnTo>
                    <a:pt x="55880" y="29845"/>
                  </a:lnTo>
                  <a:lnTo>
                    <a:pt x="59690" y="29845"/>
                  </a:lnTo>
                  <a:moveTo>
                    <a:pt x="52070" y="29845"/>
                  </a:moveTo>
                  <a:cubicBezTo>
                    <a:pt x="52070" y="26924"/>
                    <a:pt x="51562" y="24003"/>
                    <a:pt x="50419" y="21336"/>
                  </a:cubicBezTo>
                  <a:lnTo>
                    <a:pt x="53975" y="19939"/>
                  </a:lnTo>
                  <a:lnTo>
                    <a:pt x="50419" y="21336"/>
                  </a:lnTo>
                  <a:cubicBezTo>
                    <a:pt x="49276" y="18542"/>
                    <a:pt x="47625" y="16129"/>
                    <a:pt x="45593" y="14097"/>
                  </a:cubicBezTo>
                  <a:lnTo>
                    <a:pt x="48260" y="11430"/>
                  </a:lnTo>
                  <a:lnTo>
                    <a:pt x="45466" y="13970"/>
                  </a:lnTo>
                  <a:cubicBezTo>
                    <a:pt x="43307" y="11811"/>
                    <a:pt x="41021" y="10287"/>
                    <a:pt x="38227" y="9144"/>
                  </a:cubicBezTo>
                  <a:cubicBezTo>
                    <a:pt x="35433" y="8001"/>
                    <a:pt x="32639" y="7493"/>
                    <a:pt x="29718" y="7493"/>
                  </a:cubicBezTo>
                  <a:cubicBezTo>
                    <a:pt x="26797" y="7493"/>
                    <a:pt x="23876" y="8001"/>
                    <a:pt x="21209" y="9144"/>
                  </a:cubicBezTo>
                  <a:cubicBezTo>
                    <a:pt x="18415" y="10287"/>
                    <a:pt x="16002" y="11938"/>
                    <a:pt x="13970" y="13970"/>
                  </a:cubicBezTo>
                  <a:cubicBezTo>
                    <a:pt x="11811" y="16129"/>
                    <a:pt x="10287" y="18415"/>
                    <a:pt x="9144" y="21209"/>
                  </a:cubicBezTo>
                  <a:cubicBezTo>
                    <a:pt x="8001" y="24003"/>
                    <a:pt x="7493" y="26797"/>
                    <a:pt x="7493" y="29718"/>
                  </a:cubicBezTo>
                  <a:cubicBezTo>
                    <a:pt x="7493" y="32639"/>
                    <a:pt x="8001" y="35559"/>
                    <a:pt x="9144" y="38226"/>
                  </a:cubicBezTo>
                  <a:cubicBezTo>
                    <a:pt x="10287" y="41020"/>
                    <a:pt x="11938" y="43433"/>
                    <a:pt x="13970" y="45465"/>
                  </a:cubicBezTo>
                  <a:cubicBezTo>
                    <a:pt x="16002" y="47497"/>
                    <a:pt x="18415" y="49148"/>
                    <a:pt x="21209" y="50291"/>
                  </a:cubicBezTo>
                  <a:cubicBezTo>
                    <a:pt x="24003" y="51434"/>
                    <a:pt x="26797" y="51942"/>
                    <a:pt x="29718" y="51942"/>
                  </a:cubicBezTo>
                  <a:cubicBezTo>
                    <a:pt x="32639" y="51942"/>
                    <a:pt x="35560" y="51434"/>
                    <a:pt x="38227" y="50291"/>
                  </a:cubicBezTo>
                  <a:lnTo>
                    <a:pt x="39624" y="53847"/>
                  </a:lnTo>
                  <a:lnTo>
                    <a:pt x="38227" y="50291"/>
                  </a:lnTo>
                  <a:cubicBezTo>
                    <a:pt x="41021" y="49148"/>
                    <a:pt x="43434" y="47497"/>
                    <a:pt x="45466" y="45465"/>
                  </a:cubicBezTo>
                  <a:lnTo>
                    <a:pt x="48133" y="48132"/>
                  </a:lnTo>
                  <a:lnTo>
                    <a:pt x="45466" y="45465"/>
                  </a:lnTo>
                  <a:cubicBezTo>
                    <a:pt x="47625" y="43306"/>
                    <a:pt x="49149" y="41020"/>
                    <a:pt x="50292" y="38226"/>
                  </a:cubicBezTo>
                  <a:lnTo>
                    <a:pt x="53848" y="39623"/>
                  </a:lnTo>
                  <a:lnTo>
                    <a:pt x="50292" y="38226"/>
                  </a:lnTo>
                  <a:cubicBezTo>
                    <a:pt x="51435" y="35433"/>
                    <a:pt x="51943" y="32639"/>
                    <a:pt x="51943" y="2971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169136" y="234668"/>
              <a:ext cx="8945" cy="7802"/>
            </a:xfrm>
            <a:custGeom>
              <a:avLst/>
              <a:gdLst/>
              <a:ahLst/>
              <a:cxnLst/>
              <a:rect r="r" b="b" t="t" l="l"/>
              <a:pathLst>
                <a:path h="7802" w="8945">
                  <a:moveTo>
                    <a:pt x="3457" y="154"/>
                  </a:moveTo>
                  <a:lnTo>
                    <a:pt x="4727" y="27"/>
                  </a:lnTo>
                  <a:cubicBezTo>
                    <a:pt x="6759" y="-227"/>
                    <a:pt x="8664" y="1297"/>
                    <a:pt x="8918" y="3456"/>
                  </a:cubicBezTo>
                  <a:cubicBezTo>
                    <a:pt x="9172" y="5615"/>
                    <a:pt x="7648" y="7393"/>
                    <a:pt x="5489" y="7647"/>
                  </a:cubicBezTo>
                  <a:lnTo>
                    <a:pt x="4219" y="7774"/>
                  </a:lnTo>
                  <a:cubicBezTo>
                    <a:pt x="2187" y="8028"/>
                    <a:pt x="282" y="6504"/>
                    <a:pt x="28" y="4345"/>
                  </a:cubicBezTo>
                  <a:cubicBezTo>
                    <a:pt x="-226" y="2186"/>
                    <a:pt x="1298" y="408"/>
                    <a:pt x="3457" y="15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40" id="140"/>
            <p:cNvSpPr/>
            <p:nvPr/>
          </p:nvSpPr>
          <p:spPr>
            <a:xfrm flipH="false" flipV="false" rot="0">
              <a:off x="72644" y="234949"/>
              <a:ext cx="93472" cy="7620"/>
            </a:xfrm>
            <a:custGeom>
              <a:avLst/>
              <a:gdLst/>
              <a:ahLst/>
              <a:cxnLst/>
              <a:rect r="r" b="b" t="t" l="l"/>
              <a:pathLst>
                <a:path h="7620" w="93472">
                  <a:moveTo>
                    <a:pt x="89662" y="7620"/>
                  </a:move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lnTo>
                    <a:pt x="89662" y="0"/>
                  </a:lnTo>
                  <a:cubicBezTo>
                    <a:pt x="91821" y="0"/>
                    <a:pt x="93472" y="1651"/>
                    <a:pt x="93472" y="3810"/>
                  </a:cubicBezTo>
                  <a:cubicBezTo>
                    <a:pt x="93472" y="5969"/>
                    <a:pt x="91821" y="7620"/>
                    <a:pt x="89662" y="762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41" id="141"/>
            <p:cNvSpPr/>
            <p:nvPr/>
          </p:nvSpPr>
          <p:spPr>
            <a:xfrm flipH="false" flipV="false" rot="0">
              <a:off x="74915" y="173094"/>
              <a:ext cx="43957" cy="26818"/>
            </a:xfrm>
            <a:custGeom>
              <a:avLst/>
              <a:gdLst/>
              <a:ahLst/>
              <a:cxnLst/>
              <a:rect r="r" b="b" t="t" l="l"/>
              <a:pathLst>
                <a:path h="26818" w="43957">
                  <a:moveTo>
                    <a:pt x="650" y="20834"/>
                  </a:moveTo>
                  <a:cubicBezTo>
                    <a:pt x="5095" y="14230"/>
                    <a:pt x="10810" y="9150"/>
                    <a:pt x="17795" y="5467"/>
                  </a:cubicBezTo>
                  <a:lnTo>
                    <a:pt x="19573" y="8769"/>
                  </a:lnTo>
                  <a:lnTo>
                    <a:pt x="17795" y="5467"/>
                  </a:lnTo>
                  <a:cubicBezTo>
                    <a:pt x="24780" y="1784"/>
                    <a:pt x="32273" y="-121"/>
                    <a:pt x="40147" y="6"/>
                  </a:cubicBezTo>
                  <a:cubicBezTo>
                    <a:pt x="42306" y="6"/>
                    <a:pt x="43957" y="1784"/>
                    <a:pt x="43957" y="3816"/>
                  </a:cubicBezTo>
                  <a:cubicBezTo>
                    <a:pt x="43957" y="5848"/>
                    <a:pt x="42179" y="7626"/>
                    <a:pt x="40147" y="7626"/>
                  </a:cubicBezTo>
                  <a:cubicBezTo>
                    <a:pt x="33543" y="7626"/>
                    <a:pt x="27193" y="9150"/>
                    <a:pt x="21351" y="12198"/>
                  </a:cubicBezTo>
                  <a:cubicBezTo>
                    <a:pt x="15509" y="15246"/>
                    <a:pt x="10683" y="19564"/>
                    <a:pt x="7000" y="25152"/>
                  </a:cubicBezTo>
                  <a:cubicBezTo>
                    <a:pt x="5857" y="26930"/>
                    <a:pt x="3444" y="27311"/>
                    <a:pt x="1666" y="26168"/>
                  </a:cubicBezTo>
                  <a:cubicBezTo>
                    <a:pt x="-112" y="25025"/>
                    <a:pt x="-493" y="22612"/>
                    <a:pt x="650" y="2083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111252" y="172973"/>
              <a:ext cx="29464" cy="7747"/>
            </a:xfrm>
            <a:custGeom>
              <a:avLst/>
              <a:gdLst/>
              <a:ahLst/>
              <a:cxnLst/>
              <a:rect r="r" b="b" t="t" l="l"/>
              <a:pathLst>
                <a:path h="7747" w="29464">
                  <a:moveTo>
                    <a:pt x="3810" y="0"/>
                  </a:moveTo>
                  <a:lnTo>
                    <a:pt x="25654" y="127"/>
                  </a:lnTo>
                  <a:cubicBezTo>
                    <a:pt x="27813" y="127"/>
                    <a:pt x="29464" y="1905"/>
                    <a:pt x="29464" y="3937"/>
                  </a:cubicBezTo>
                  <a:cubicBezTo>
                    <a:pt x="29464" y="5969"/>
                    <a:pt x="27686" y="7747"/>
                    <a:pt x="25654" y="7747"/>
                  </a:cubicBezTo>
                  <a:lnTo>
                    <a:pt x="3810" y="7620"/>
                  </a:lnTo>
                  <a:cubicBezTo>
                    <a:pt x="1651" y="7620"/>
                    <a:pt x="0" y="5842"/>
                    <a:pt x="0" y="3810"/>
                  </a:cubicBezTo>
                  <a:cubicBezTo>
                    <a:pt x="0" y="1778"/>
                    <a:pt x="1778" y="0"/>
                    <a:pt x="3810" y="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43" id="143"/>
            <p:cNvSpPr/>
            <p:nvPr/>
          </p:nvSpPr>
          <p:spPr>
            <a:xfrm flipH="false" flipV="false" rot="0">
              <a:off x="67945" y="213867"/>
              <a:ext cx="7620" cy="18288"/>
            </a:xfrm>
            <a:custGeom>
              <a:avLst/>
              <a:gdLst/>
              <a:ahLst/>
              <a:cxnLst/>
              <a:rect r="r" b="b" t="t" l="l"/>
              <a:pathLst>
                <a:path h="18288" w="7620">
                  <a:moveTo>
                    <a:pt x="0" y="14478"/>
                  </a:moveTo>
                  <a:lnTo>
                    <a:pt x="0" y="3810"/>
                  </a:lnTo>
                  <a:cubicBezTo>
                    <a:pt x="0" y="1651"/>
                    <a:pt x="1778" y="0"/>
                    <a:pt x="3810" y="0"/>
                  </a:cubicBezTo>
                  <a:cubicBezTo>
                    <a:pt x="5842" y="0"/>
                    <a:pt x="7620" y="1778"/>
                    <a:pt x="7620" y="3810"/>
                  </a:cubicBezTo>
                  <a:lnTo>
                    <a:pt x="7620" y="14478"/>
                  </a:lnTo>
                  <a:cubicBezTo>
                    <a:pt x="7620" y="16637"/>
                    <a:pt x="5842" y="18288"/>
                    <a:pt x="3810" y="18288"/>
                  </a:cubicBezTo>
                  <a:cubicBezTo>
                    <a:pt x="1778" y="18288"/>
                    <a:pt x="0" y="16510"/>
                    <a:pt x="0" y="1447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44" id="144"/>
            <p:cNvSpPr/>
            <p:nvPr/>
          </p:nvSpPr>
          <p:spPr>
            <a:xfrm flipH="false" flipV="false" rot="0">
              <a:off x="133089" y="173094"/>
              <a:ext cx="47131" cy="46623"/>
            </a:xfrm>
            <a:custGeom>
              <a:avLst/>
              <a:gdLst/>
              <a:ahLst/>
              <a:cxnLst/>
              <a:rect r="r" b="b" t="t" l="l"/>
              <a:pathLst>
                <a:path h="46623" w="47131">
                  <a:moveTo>
                    <a:pt x="4071" y="133"/>
                  </a:moveTo>
                  <a:cubicBezTo>
                    <a:pt x="9532" y="514"/>
                    <a:pt x="14866" y="1911"/>
                    <a:pt x="19946" y="4197"/>
                  </a:cubicBezTo>
                  <a:lnTo>
                    <a:pt x="18422" y="7626"/>
                  </a:lnTo>
                  <a:lnTo>
                    <a:pt x="19946" y="4197"/>
                  </a:lnTo>
                  <a:cubicBezTo>
                    <a:pt x="25026" y="6483"/>
                    <a:pt x="29471" y="9531"/>
                    <a:pt x="33408" y="13468"/>
                  </a:cubicBezTo>
                  <a:lnTo>
                    <a:pt x="30741" y="16135"/>
                  </a:lnTo>
                  <a:lnTo>
                    <a:pt x="33408" y="13468"/>
                  </a:lnTo>
                  <a:cubicBezTo>
                    <a:pt x="37345" y="17405"/>
                    <a:pt x="40520" y="21850"/>
                    <a:pt x="42806" y="26803"/>
                  </a:cubicBezTo>
                  <a:lnTo>
                    <a:pt x="39377" y="28454"/>
                  </a:lnTo>
                  <a:lnTo>
                    <a:pt x="42806" y="26803"/>
                  </a:lnTo>
                  <a:cubicBezTo>
                    <a:pt x="45219" y="31756"/>
                    <a:pt x="46616" y="37090"/>
                    <a:pt x="47124" y="42551"/>
                  </a:cubicBezTo>
                  <a:cubicBezTo>
                    <a:pt x="47251" y="44583"/>
                    <a:pt x="45727" y="46488"/>
                    <a:pt x="43695" y="46615"/>
                  </a:cubicBezTo>
                  <a:cubicBezTo>
                    <a:pt x="41663" y="46742"/>
                    <a:pt x="39758" y="45218"/>
                    <a:pt x="39631" y="43186"/>
                  </a:cubicBezTo>
                  <a:cubicBezTo>
                    <a:pt x="39250" y="38614"/>
                    <a:pt x="37980" y="34169"/>
                    <a:pt x="36075" y="29978"/>
                  </a:cubicBezTo>
                  <a:cubicBezTo>
                    <a:pt x="34043" y="25787"/>
                    <a:pt x="31503" y="22104"/>
                    <a:pt x="28201" y="18802"/>
                  </a:cubicBezTo>
                  <a:cubicBezTo>
                    <a:pt x="24899" y="15500"/>
                    <a:pt x="21089" y="12960"/>
                    <a:pt x="16898" y="11055"/>
                  </a:cubicBezTo>
                  <a:cubicBezTo>
                    <a:pt x="12707" y="9150"/>
                    <a:pt x="8262" y="8007"/>
                    <a:pt x="3563" y="7626"/>
                  </a:cubicBezTo>
                  <a:cubicBezTo>
                    <a:pt x="1531" y="7499"/>
                    <a:pt x="-120" y="5594"/>
                    <a:pt x="7" y="3562"/>
                  </a:cubicBezTo>
                  <a:cubicBezTo>
                    <a:pt x="134" y="1530"/>
                    <a:pt x="2039" y="-121"/>
                    <a:pt x="4071" y="6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45" id="145"/>
            <p:cNvSpPr/>
            <p:nvPr/>
          </p:nvSpPr>
          <p:spPr>
            <a:xfrm flipH="false" flipV="false" rot="0">
              <a:off x="63500" y="314959"/>
              <a:ext cx="3295650" cy="19050"/>
            </a:xfrm>
            <a:custGeom>
              <a:avLst/>
              <a:gdLst/>
              <a:ahLst/>
              <a:cxnLst/>
              <a:rect r="r" b="b" t="t" l="l"/>
              <a:pathLst>
                <a:path h="19050" w="3295650">
                  <a:moveTo>
                    <a:pt x="0" y="0"/>
                  </a:moveTo>
                  <a:lnTo>
                    <a:pt x="3295650" y="0"/>
                  </a:lnTo>
                  <a:lnTo>
                    <a:pt x="32956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C9EF5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11948946" y="2251088"/>
            <a:ext cx="5467875" cy="650242"/>
            <a:chOff x="0" y="0"/>
            <a:chExt cx="3422650" cy="40702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84969" y="209395"/>
              <a:ext cx="20469" cy="13992"/>
            </a:xfrm>
            <a:custGeom>
              <a:avLst/>
              <a:gdLst/>
              <a:ahLst/>
              <a:cxnLst/>
              <a:rect r="r" b="b" t="t" l="l"/>
              <a:pathLst>
                <a:path h="13992" w="20469">
                  <a:moveTo>
                    <a:pt x="16885" y="7521"/>
                  </a:moveTo>
                  <a:cubicBezTo>
                    <a:pt x="15996" y="7648"/>
                    <a:pt x="14599" y="7902"/>
                    <a:pt x="11932" y="8918"/>
                  </a:cubicBezTo>
                  <a:lnTo>
                    <a:pt x="10535" y="5362"/>
                  </a:lnTo>
                  <a:lnTo>
                    <a:pt x="12567" y="8664"/>
                  </a:lnTo>
                  <a:cubicBezTo>
                    <a:pt x="11424" y="9299"/>
                    <a:pt x="9265" y="10823"/>
                    <a:pt x="6090" y="13236"/>
                  </a:cubicBezTo>
                  <a:cubicBezTo>
                    <a:pt x="4439" y="14506"/>
                    <a:pt x="2026" y="14125"/>
                    <a:pt x="756" y="12474"/>
                  </a:cubicBezTo>
                  <a:cubicBezTo>
                    <a:pt x="-514" y="10823"/>
                    <a:pt x="-133" y="8410"/>
                    <a:pt x="1518" y="7140"/>
                  </a:cubicBezTo>
                  <a:cubicBezTo>
                    <a:pt x="4693" y="4727"/>
                    <a:pt x="7106" y="3076"/>
                    <a:pt x="8630" y="2187"/>
                  </a:cubicBezTo>
                  <a:cubicBezTo>
                    <a:pt x="8757" y="2060"/>
                    <a:pt x="9011" y="1933"/>
                    <a:pt x="9265" y="1933"/>
                  </a:cubicBezTo>
                  <a:cubicBezTo>
                    <a:pt x="12440" y="663"/>
                    <a:pt x="14345" y="282"/>
                    <a:pt x="16250" y="28"/>
                  </a:cubicBezTo>
                  <a:cubicBezTo>
                    <a:pt x="18282" y="-226"/>
                    <a:pt x="20187" y="1298"/>
                    <a:pt x="20441" y="3457"/>
                  </a:cubicBezTo>
                  <a:cubicBezTo>
                    <a:pt x="20695" y="5616"/>
                    <a:pt x="19171" y="7394"/>
                    <a:pt x="17012" y="764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175311" y="210085"/>
              <a:ext cx="10818" cy="32433"/>
            </a:xfrm>
            <a:custGeom>
              <a:avLst/>
              <a:gdLst/>
              <a:ahLst/>
              <a:cxnLst/>
              <a:rect r="r" b="b" t="t" l="l"/>
              <a:pathLst>
                <a:path h="32433" w="10818">
                  <a:moveTo>
                    <a:pt x="10744" y="5561"/>
                  </a:moveTo>
                  <a:cubicBezTo>
                    <a:pt x="9220" y="8482"/>
                    <a:pt x="8458" y="10260"/>
                    <a:pt x="7696" y="12800"/>
                  </a:cubicBezTo>
                  <a:lnTo>
                    <a:pt x="4013" y="11784"/>
                  </a:lnTo>
                  <a:lnTo>
                    <a:pt x="7823" y="12165"/>
                  </a:lnTo>
                  <a:cubicBezTo>
                    <a:pt x="7696" y="13816"/>
                    <a:pt x="7823" y="18769"/>
                    <a:pt x="7950" y="20674"/>
                  </a:cubicBezTo>
                  <a:lnTo>
                    <a:pt x="4140" y="21182"/>
                  </a:lnTo>
                  <a:lnTo>
                    <a:pt x="7823" y="20039"/>
                  </a:lnTo>
                  <a:cubicBezTo>
                    <a:pt x="8204" y="21309"/>
                    <a:pt x="9093" y="23849"/>
                    <a:pt x="10363" y="27405"/>
                  </a:cubicBezTo>
                  <a:cubicBezTo>
                    <a:pt x="11125" y="29310"/>
                    <a:pt x="10109" y="31596"/>
                    <a:pt x="8077" y="32231"/>
                  </a:cubicBezTo>
                  <a:cubicBezTo>
                    <a:pt x="6045" y="32866"/>
                    <a:pt x="3886" y="31977"/>
                    <a:pt x="3251" y="29945"/>
                  </a:cubicBezTo>
                  <a:cubicBezTo>
                    <a:pt x="1854" y="26389"/>
                    <a:pt x="965" y="23722"/>
                    <a:pt x="457" y="22071"/>
                  </a:cubicBezTo>
                  <a:cubicBezTo>
                    <a:pt x="457" y="21944"/>
                    <a:pt x="330" y="21690"/>
                    <a:pt x="330" y="21563"/>
                  </a:cubicBezTo>
                  <a:cubicBezTo>
                    <a:pt x="-51" y="19150"/>
                    <a:pt x="-51" y="13689"/>
                    <a:pt x="76" y="11403"/>
                  </a:cubicBezTo>
                  <a:cubicBezTo>
                    <a:pt x="76" y="11149"/>
                    <a:pt x="76" y="10895"/>
                    <a:pt x="203" y="10768"/>
                  </a:cubicBezTo>
                  <a:cubicBezTo>
                    <a:pt x="1092" y="7720"/>
                    <a:pt x="2108" y="5307"/>
                    <a:pt x="3759" y="2005"/>
                  </a:cubicBezTo>
                  <a:cubicBezTo>
                    <a:pt x="4775" y="100"/>
                    <a:pt x="7061" y="-535"/>
                    <a:pt x="8839" y="481"/>
                  </a:cubicBezTo>
                  <a:cubicBezTo>
                    <a:pt x="10617" y="1497"/>
                    <a:pt x="11379" y="3783"/>
                    <a:pt x="10363" y="556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49" id="149"/>
            <p:cNvSpPr/>
            <p:nvPr/>
          </p:nvSpPr>
          <p:spPr>
            <a:xfrm flipH="false" flipV="false" rot="0">
              <a:off x="84448" y="115062"/>
              <a:ext cx="33662" cy="21343"/>
            </a:xfrm>
            <a:custGeom>
              <a:avLst/>
              <a:gdLst/>
              <a:ahLst/>
              <a:cxnLst/>
              <a:rect r="r" b="b" t="t" l="l"/>
              <a:pathLst>
                <a:path h="21343" w="33662">
                  <a:moveTo>
                    <a:pt x="29979" y="7747"/>
                  </a:moveTo>
                  <a:cubicBezTo>
                    <a:pt x="12580" y="7747"/>
                    <a:pt x="11564" y="8128"/>
                    <a:pt x="10548" y="8509"/>
                  </a:cubicBezTo>
                  <a:lnTo>
                    <a:pt x="9151" y="4953"/>
                  </a:lnTo>
                  <a:lnTo>
                    <a:pt x="11183" y="8128"/>
                  </a:lnTo>
                  <a:cubicBezTo>
                    <a:pt x="10040" y="8890"/>
                    <a:pt x="9278" y="9525"/>
                    <a:pt x="8389" y="10668"/>
                  </a:cubicBezTo>
                  <a:lnTo>
                    <a:pt x="5341" y="8382"/>
                  </a:lnTo>
                  <a:lnTo>
                    <a:pt x="8770" y="10160"/>
                  </a:lnTo>
                  <a:cubicBezTo>
                    <a:pt x="8262" y="11049"/>
                    <a:pt x="7881" y="12446"/>
                    <a:pt x="7627" y="13335"/>
                  </a:cubicBezTo>
                  <a:lnTo>
                    <a:pt x="3944" y="12573"/>
                  </a:lnTo>
                  <a:lnTo>
                    <a:pt x="7754" y="12700"/>
                  </a:lnTo>
                  <a:lnTo>
                    <a:pt x="7627" y="17653"/>
                  </a:lnTo>
                  <a:cubicBezTo>
                    <a:pt x="7627" y="19812"/>
                    <a:pt x="5849" y="21463"/>
                    <a:pt x="3690" y="21336"/>
                  </a:cubicBezTo>
                  <a:cubicBezTo>
                    <a:pt x="1531" y="21209"/>
                    <a:pt x="-120" y="19558"/>
                    <a:pt x="7" y="17399"/>
                  </a:cubicBezTo>
                  <a:lnTo>
                    <a:pt x="134" y="12446"/>
                  </a:lnTo>
                  <a:cubicBezTo>
                    <a:pt x="134" y="12192"/>
                    <a:pt x="134" y="12065"/>
                    <a:pt x="261" y="11811"/>
                  </a:cubicBezTo>
                  <a:cubicBezTo>
                    <a:pt x="515" y="10287"/>
                    <a:pt x="1277" y="8255"/>
                    <a:pt x="2039" y="6604"/>
                  </a:cubicBezTo>
                  <a:cubicBezTo>
                    <a:pt x="2166" y="6350"/>
                    <a:pt x="2293" y="6223"/>
                    <a:pt x="2420" y="5969"/>
                  </a:cubicBezTo>
                  <a:cubicBezTo>
                    <a:pt x="3817" y="4191"/>
                    <a:pt x="5214" y="2921"/>
                    <a:pt x="7119" y="1651"/>
                  </a:cubicBezTo>
                  <a:cubicBezTo>
                    <a:pt x="7373" y="1524"/>
                    <a:pt x="7627" y="1397"/>
                    <a:pt x="7754" y="1270"/>
                  </a:cubicBezTo>
                  <a:cubicBezTo>
                    <a:pt x="10421" y="254"/>
                    <a:pt x="13215" y="0"/>
                    <a:pt x="29852" y="0"/>
                  </a:cubicBezTo>
                  <a:cubicBezTo>
                    <a:pt x="32011" y="0"/>
                    <a:pt x="33662" y="1651"/>
                    <a:pt x="33662" y="3810"/>
                  </a:cubicBezTo>
                  <a:cubicBezTo>
                    <a:pt x="33662" y="5969"/>
                    <a:pt x="32011" y="7620"/>
                    <a:pt x="29852" y="762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50" id="150"/>
            <p:cNvSpPr/>
            <p:nvPr/>
          </p:nvSpPr>
          <p:spPr>
            <a:xfrm flipH="false" flipV="false" rot="0">
              <a:off x="110483" y="120897"/>
              <a:ext cx="75928" cy="25939"/>
            </a:xfrm>
            <a:custGeom>
              <a:avLst/>
              <a:gdLst/>
              <a:ahLst/>
              <a:cxnLst/>
              <a:rect r="r" b="b" t="t" l="l"/>
              <a:pathLst>
                <a:path h="25939" w="75928">
                  <a:moveTo>
                    <a:pt x="74302" y="14739"/>
                  </a:moveTo>
                  <a:cubicBezTo>
                    <a:pt x="67698" y="18930"/>
                    <a:pt x="64396" y="20962"/>
                    <a:pt x="60205" y="22740"/>
                  </a:cubicBezTo>
                  <a:cubicBezTo>
                    <a:pt x="60078" y="22740"/>
                    <a:pt x="59951" y="22867"/>
                    <a:pt x="59824" y="22867"/>
                  </a:cubicBezTo>
                  <a:cubicBezTo>
                    <a:pt x="55760" y="24137"/>
                    <a:pt x="50045" y="25280"/>
                    <a:pt x="43822" y="25915"/>
                  </a:cubicBezTo>
                  <a:cubicBezTo>
                    <a:pt x="43695" y="25915"/>
                    <a:pt x="43568" y="25915"/>
                    <a:pt x="43441" y="25915"/>
                  </a:cubicBezTo>
                  <a:cubicBezTo>
                    <a:pt x="36329" y="26042"/>
                    <a:pt x="30741" y="25661"/>
                    <a:pt x="25153" y="24772"/>
                  </a:cubicBezTo>
                  <a:cubicBezTo>
                    <a:pt x="25026" y="24772"/>
                    <a:pt x="24899" y="24772"/>
                    <a:pt x="24772" y="24645"/>
                  </a:cubicBezTo>
                  <a:cubicBezTo>
                    <a:pt x="19184" y="23121"/>
                    <a:pt x="14358" y="21343"/>
                    <a:pt x="11818" y="20073"/>
                  </a:cubicBezTo>
                  <a:cubicBezTo>
                    <a:pt x="11691" y="20073"/>
                    <a:pt x="11691" y="19946"/>
                    <a:pt x="11564" y="19946"/>
                  </a:cubicBezTo>
                  <a:cubicBezTo>
                    <a:pt x="9024" y="18549"/>
                    <a:pt x="5722" y="16009"/>
                    <a:pt x="3944" y="14231"/>
                  </a:cubicBezTo>
                  <a:cubicBezTo>
                    <a:pt x="3817" y="14104"/>
                    <a:pt x="3690" y="13977"/>
                    <a:pt x="3690" y="13850"/>
                  </a:cubicBezTo>
                  <a:cubicBezTo>
                    <a:pt x="2293" y="12072"/>
                    <a:pt x="1150" y="10167"/>
                    <a:pt x="515" y="8135"/>
                  </a:cubicBezTo>
                  <a:cubicBezTo>
                    <a:pt x="388" y="7881"/>
                    <a:pt x="388" y="7627"/>
                    <a:pt x="388" y="7500"/>
                  </a:cubicBezTo>
                  <a:cubicBezTo>
                    <a:pt x="134" y="6357"/>
                    <a:pt x="134" y="5087"/>
                    <a:pt x="7" y="3944"/>
                  </a:cubicBezTo>
                  <a:cubicBezTo>
                    <a:pt x="-120" y="1785"/>
                    <a:pt x="1531" y="134"/>
                    <a:pt x="3690" y="7"/>
                  </a:cubicBezTo>
                  <a:cubicBezTo>
                    <a:pt x="5849" y="-120"/>
                    <a:pt x="7500" y="1531"/>
                    <a:pt x="7627" y="3690"/>
                  </a:cubicBezTo>
                  <a:cubicBezTo>
                    <a:pt x="7627" y="4579"/>
                    <a:pt x="7754" y="5341"/>
                    <a:pt x="7881" y="6230"/>
                  </a:cubicBezTo>
                  <a:lnTo>
                    <a:pt x="4071" y="6865"/>
                  </a:lnTo>
                  <a:lnTo>
                    <a:pt x="7627" y="5595"/>
                  </a:lnTo>
                  <a:cubicBezTo>
                    <a:pt x="8008" y="6738"/>
                    <a:pt x="8643" y="7881"/>
                    <a:pt x="9659" y="9151"/>
                  </a:cubicBezTo>
                  <a:lnTo>
                    <a:pt x="6738" y="11437"/>
                  </a:lnTo>
                  <a:lnTo>
                    <a:pt x="9405" y="8770"/>
                  </a:lnTo>
                  <a:cubicBezTo>
                    <a:pt x="10548" y="9913"/>
                    <a:pt x="13342" y="12072"/>
                    <a:pt x="15374" y="13215"/>
                  </a:cubicBezTo>
                  <a:lnTo>
                    <a:pt x="13469" y="16517"/>
                  </a:lnTo>
                  <a:lnTo>
                    <a:pt x="15120" y="13088"/>
                  </a:lnTo>
                  <a:cubicBezTo>
                    <a:pt x="17152" y="14104"/>
                    <a:pt x="21470" y="15755"/>
                    <a:pt x="26677" y="17152"/>
                  </a:cubicBezTo>
                  <a:lnTo>
                    <a:pt x="25661" y="20835"/>
                  </a:lnTo>
                  <a:lnTo>
                    <a:pt x="26296" y="17025"/>
                  </a:lnTo>
                  <a:cubicBezTo>
                    <a:pt x="31376" y="17914"/>
                    <a:pt x="36456" y="18168"/>
                    <a:pt x="43187" y="18041"/>
                  </a:cubicBezTo>
                  <a:lnTo>
                    <a:pt x="43314" y="21851"/>
                  </a:lnTo>
                  <a:lnTo>
                    <a:pt x="42933" y="18041"/>
                  </a:lnTo>
                  <a:cubicBezTo>
                    <a:pt x="48902" y="17406"/>
                    <a:pt x="53982" y="16390"/>
                    <a:pt x="57538" y="15247"/>
                  </a:cubicBezTo>
                  <a:lnTo>
                    <a:pt x="58681" y="18930"/>
                  </a:lnTo>
                  <a:lnTo>
                    <a:pt x="57157" y="15374"/>
                  </a:lnTo>
                  <a:cubicBezTo>
                    <a:pt x="60713" y="13850"/>
                    <a:pt x="63634" y="12199"/>
                    <a:pt x="70111" y="8008"/>
                  </a:cubicBezTo>
                  <a:cubicBezTo>
                    <a:pt x="71889" y="6865"/>
                    <a:pt x="74175" y="7373"/>
                    <a:pt x="75318" y="9151"/>
                  </a:cubicBezTo>
                  <a:cubicBezTo>
                    <a:pt x="76461" y="10929"/>
                    <a:pt x="75953" y="13215"/>
                    <a:pt x="74175" y="1435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197732" y="108577"/>
              <a:ext cx="16144" cy="29479"/>
            </a:xfrm>
            <a:custGeom>
              <a:avLst/>
              <a:gdLst/>
              <a:ahLst/>
              <a:cxnLst/>
              <a:rect r="r" b="b" t="t" l="l"/>
              <a:pathLst>
                <a:path h="29479" w="16144">
                  <a:moveTo>
                    <a:pt x="7754" y="3437"/>
                  </a:moveTo>
                  <a:cubicBezTo>
                    <a:pt x="7881" y="5977"/>
                    <a:pt x="8516" y="7501"/>
                    <a:pt x="8897" y="8009"/>
                  </a:cubicBezTo>
                  <a:lnTo>
                    <a:pt x="5722" y="10041"/>
                  </a:lnTo>
                  <a:lnTo>
                    <a:pt x="8643" y="7755"/>
                  </a:lnTo>
                  <a:cubicBezTo>
                    <a:pt x="12707" y="12835"/>
                    <a:pt x="13850" y="14613"/>
                    <a:pt x="14739" y="16645"/>
                  </a:cubicBezTo>
                  <a:cubicBezTo>
                    <a:pt x="14739" y="16772"/>
                    <a:pt x="14866" y="16899"/>
                    <a:pt x="14866" y="17026"/>
                  </a:cubicBezTo>
                  <a:cubicBezTo>
                    <a:pt x="15374" y="18677"/>
                    <a:pt x="15882" y="20963"/>
                    <a:pt x="16136" y="25408"/>
                  </a:cubicBezTo>
                  <a:cubicBezTo>
                    <a:pt x="16263" y="27440"/>
                    <a:pt x="14739" y="29345"/>
                    <a:pt x="12580" y="29472"/>
                  </a:cubicBezTo>
                  <a:cubicBezTo>
                    <a:pt x="10421" y="29599"/>
                    <a:pt x="8643" y="28075"/>
                    <a:pt x="8516" y="25916"/>
                  </a:cubicBezTo>
                  <a:cubicBezTo>
                    <a:pt x="8262" y="21725"/>
                    <a:pt x="7881" y="20201"/>
                    <a:pt x="7627" y="19439"/>
                  </a:cubicBezTo>
                  <a:lnTo>
                    <a:pt x="11183" y="18169"/>
                  </a:lnTo>
                  <a:lnTo>
                    <a:pt x="7754" y="19820"/>
                  </a:lnTo>
                  <a:cubicBezTo>
                    <a:pt x="7246" y="18677"/>
                    <a:pt x="6484" y="17407"/>
                    <a:pt x="2547" y="12454"/>
                  </a:cubicBezTo>
                  <a:cubicBezTo>
                    <a:pt x="2420" y="12327"/>
                    <a:pt x="2420" y="12327"/>
                    <a:pt x="2293" y="12200"/>
                  </a:cubicBezTo>
                  <a:cubicBezTo>
                    <a:pt x="1023" y="10295"/>
                    <a:pt x="261" y="7501"/>
                    <a:pt x="7" y="4072"/>
                  </a:cubicBezTo>
                  <a:cubicBezTo>
                    <a:pt x="-120" y="2040"/>
                    <a:pt x="1404" y="135"/>
                    <a:pt x="3563" y="8"/>
                  </a:cubicBezTo>
                  <a:cubicBezTo>
                    <a:pt x="5722" y="-119"/>
                    <a:pt x="7500" y="1405"/>
                    <a:pt x="7627" y="356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52" id="152"/>
            <p:cNvSpPr/>
            <p:nvPr/>
          </p:nvSpPr>
          <p:spPr>
            <a:xfrm flipH="false" flipV="false" rot="0">
              <a:off x="84582" y="215874"/>
              <a:ext cx="21597" cy="26703"/>
            </a:xfrm>
            <a:custGeom>
              <a:avLst/>
              <a:gdLst/>
              <a:ahLst/>
              <a:cxnLst/>
              <a:rect r="r" b="b" t="t" l="l"/>
              <a:pathLst>
                <a:path h="26703" w="21597">
                  <a:moveTo>
                    <a:pt x="17653" y="26696"/>
                  </a:moveTo>
                  <a:cubicBezTo>
                    <a:pt x="13716" y="26442"/>
                    <a:pt x="11684" y="26061"/>
                    <a:pt x="9779" y="25299"/>
                  </a:cubicBezTo>
                  <a:cubicBezTo>
                    <a:pt x="9652" y="25299"/>
                    <a:pt x="9525" y="25172"/>
                    <a:pt x="9271" y="25045"/>
                  </a:cubicBezTo>
                  <a:cubicBezTo>
                    <a:pt x="7366" y="24029"/>
                    <a:pt x="5461" y="22632"/>
                    <a:pt x="3302" y="20346"/>
                  </a:cubicBezTo>
                  <a:cubicBezTo>
                    <a:pt x="3048" y="20092"/>
                    <a:pt x="2921" y="19838"/>
                    <a:pt x="2794" y="19584"/>
                  </a:cubicBezTo>
                  <a:cubicBezTo>
                    <a:pt x="1270" y="17044"/>
                    <a:pt x="635" y="15139"/>
                    <a:pt x="127" y="13107"/>
                  </a:cubicBezTo>
                  <a:cubicBezTo>
                    <a:pt x="127" y="12853"/>
                    <a:pt x="0" y="12599"/>
                    <a:pt x="0" y="12472"/>
                  </a:cubicBezTo>
                  <a:cubicBezTo>
                    <a:pt x="0" y="9805"/>
                    <a:pt x="127" y="6757"/>
                    <a:pt x="381" y="3455"/>
                  </a:cubicBezTo>
                  <a:cubicBezTo>
                    <a:pt x="508" y="1423"/>
                    <a:pt x="2413" y="-228"/>
                    <a:pt x="4445" y="26"/>
                  </a:cubicBezTo>
                  <a:cubicBezTo>
                    <a:pt x="6477" y="280"/>
                    <a:pt x="8128" y="2058"/>
                    <a:pt x="7874" y="4090"/>
                  </a:cubicBezTo>
                  <a:cubicBezTo>
                    <a:pt x="7620" y="7265"/>
                    <a:pt x="7493" y="10059"/>
                    <a:pt x="7493" y="12345"/>
                  </a:cubicBezTo>
                  <a:lnTo>
                    <a:pt x="3683" y="12472"/>
                  </a:lnTo>
                  <a:lnTo>
                    <a:pt x="7366" y="11710"/>
                  </a:lnTo>
                  <a:cubicBezTo>
                    <a:pt x="7620" y="12726"/>
                    <a:pt x="8001" y="13869"/>
                    <a:pt x="9144" y="15901"/>
                  </a:cubicBezTo>
                  <a:lnTo>
                    <a:pt x="5842" y="17806"/>
                  </a:lnTo>
                  <a:lnTo>
                    <a:pt x="8636" y="15139"/>
                  </a:lnTo>
                  <a:cubicBezTo>
                    <a:pt x="10287" y="16917"/>
                    <a:pt x="11557" y="17806"/>
                    <a:pt x="12700" y="18314"/>
                  </a:cubicBezTo>
                  <a:lnTo>
                    <a:pt x="10922" y="21743"/>
                  </a:lnTo>
                  <a:lnTo>
                    <a:pt x="12192" y="18187"/>
                  </a:lnTo>
                  <a:cubicBezTo>
                    <a:pt x="13208" y="18568"/>
                    <a:pt x="14351" y="18822"/>
                    <a:pt x="18034" y="19076"/>
                  </a:cubicBezTo>
                  <a:cubicBezTo>
                    <a:pt x="20066" y="19203"/>
                    <a:pt x="21717" y="20981"/>
                    <a:pt x="21590" y="23140"/>
                  </a:cubicBezTo>
                  <a:cubicBezTo>
                    <a:pt x="21463" y="25299"/>
                    <a:pt x="19685" y="26823"/>
                    <a:pt x="17526" y="26696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53" id="153"/>
            <p:cNvSpPr/>
            <p:nvPr/>
          </p:nvSpPr>
          <p:spPr>
            <a:xfrm flipH="false" flipV="false" rot="0">
              <a:off x="98552" y="234950"/>
              <a:ext cx="87503" cy="7620"/>
            </a:xfrm>
            <a:custGeom>
              <a:avLst/>
              <a:gdLst/>
              <a:ahLst/>
              <a:cxnLst/>
              <a:rect r="r" b="b" t="t" l="l"/>
              <a:pathLst>
                <a:path h="7620" w="87503">
                  <a:moveTo>
                    <a:pt x="83693" y="7620"/>
                  </a:move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lnTo>
                    <a:pt x="83693" y="0"/>
                  </a:lnTo>
                  <a:cubicBezTo>
                    <a:pt x="85852" y="0"/>
                    <a:pt x="87503" y="1651"/>
                    <a:pt x="87503" y="3810"/>
                  </a:cubicBezTo>
                  <a:cubicBezTo>
                    <a:pt x="87503" y="5969"/>
                    <a:pt x="85852" y="7620"/>
                    <a:pt x="83693" y="762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54" id="154"/>
            <p:cNvSpPr/>
            <p:nvPr/>
          </p:nvSpPr>
          <p:spPr>
            <a:xfrm flipH="false" flipV="false" rot="0">
              <a:off x="178943" y="97790"/>
              <a:ext cx="9017" cy="119253"/>
            </a:xfrm>
            <a:custGeom>
              <a:avLst/>
              <a:gdLst/>
              <a:ahLst/>
              <a:cxnLst/>
              <a:rect r="r" b="b" t="t" l="l"/>
              <a:pathLst>
                <a:path h="119253" w="9017">
                  <a:moveTo>
                    <a:pt x="9017" y="3810"/>
                  </a:moveTo>
                  <a:lnTo>
                    <a:pt x="7620" y="115443"/>
                  </a:lnTo>
                  <a:cubicBezTo>
                    <a:pt x="7620" y="117602"/>
                    <a:pt x="5842" y="119253"/>
                    <a:pt x="3810" y="119253"/>
                  </a:cubicBezTo>
                  <a:cubicBezTo>
                    <a:pt x="1778" y="119253"/>
                    <a:pt x="0" y="117475"/>
                    <a:pt x="0" y="115443"/>
                  </a:cubicBezTo>
                  <a:lnTo>
                    <a:pt x="1397" y="3810"/>
                  </a:lnTo>
                  <a:cubicBezTo>
                    <a:pt x="1397" y="1651"/>
                    <a:pt x="3175" y="0"/>
                    <a:pt x="5207" y="0"/>
                  </a:cubicBezTo>
                  <a:cubicBezTo>
                    <a:pt x="7239" y="0"/>
                    <a:pt x="9017" y="1778"/>
                    <a:pt x="9017" y="381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55" id="155"/>
            <p:cNvSpPr/>
            <p:nvPr/>
          </p:nvSpPr>
          <p:spPr>
            <a:xfrm flipH="false" flipV="false" rot="0">
              <a:off x="110546" y="97719"/>
              <a:ext cx="42686" cy="25033"/>
            </a:xfrm>
            <a:custGeom>
              <a:avLst/>
              <a:gdLst/>
              <a:ahLst/>
              <a:cxnLst/>
              <a:rect r="r" b="b" t="t" l="l"/>
              <a:pathLst>
                <a:path h="25033" w="42686">
                  <a:moveTo>
                    <a:pt x="37155" y="24709"/>
                  </a:moveTo>
                  <a:lnTo>
                    <a:pt x="2103" y="7183"/>
                  </a:lnTo>
                  <a:cubicBezTo>
                    <a:pt x="198" y="6294"/>
                    <a:pt x="-564" y="4008"/>
                    <a:pt x="452" y="2103"/>
                  </a:cubicBezTo>
                  <a:cubicBezTo>
                    <a:pt x="1468" y="198"/>
                    <a:pt x="3627" y="-564"/>
                    <a:pt x="5532" y="452"/>
                  </a:cubicBezTo>
                  <a:lnTo>
                    <a:pt x="40584" y="17851"/>
                  </a:lnTo>
                  <a:cubicBezTo>
                    <a:pt x="42489" y="18740"/>
                    <a:pt x="43251" y="21026"/>
                    <a:pt x="42235" y="22931"/>
                  </a:cubicBezTo>
                  <a:cubicBezTo>
                    <a:pt x="41219" y="24836"/>
                    <a:pt x="39060" y="25598"/>
                    <a:pt x="37155" y="24582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56" id="156"/>
            <p:cNvSpPr/>
            <p:nvPr/>
          </p:nvSpPr>
          <p:spPr>
            <a:xfrm flipH="false" flipV="false" rot="0">
              <a:off x="145655" y="88885"/>
              <a:ext cx="59846" cy="33938"/>
            </a:xfrm>
            <a:custGeom>
              <a:avLst/>
              <a:gdLst/>
              <a:ahLst/>
              <a:cxnLst/>
              <a:rect r="r" b="b" t="t" l="l"/>
              <a:pathLst>
                <a:path h="33938" w="59846">
                  <a:moveTo>
                    <a:pt x="57799" y="7127"/>
                  </a:moveTo>
                  <a:lnTo>
                    <a:pt x="5475" y="33543"/>
                  </a:lnTo>
                  <a:cubicBezTo>
                    <a:pt x="3570" y="34432"/>
                    <a:pt x="1284" y="33797"/>
                    <a:pt x="395" y="31892"/>
                  </a:cubicBezTo>
                  <a:cubicBezTo>
                    <a:pt x="-494" y="29987"/>
                    <a:pt x="141" y="27701"/>
                    <a:pt x="2046" y="26812"/>
                  </a:cubicBezTo>
                  <a:lnTo>
                    <a:pt x="54370" y="396"/>
                  </a:lnTo>
                  <a:cubicBezTo>
                    <a:pt x="56275" y="-493"/>
                    <a:pt x="58561" y="142"/>
                    <a:pt x="59450" y="2047"/>
                  </a:cubicBezTo>
                  <a:cubicBezTo>
                    <a:pt x="60339" y="3952"/>
                    <a:pt x="59704" y="6238"/>
                    <a:pt x="57799" y="712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145553" y="63511"/>
              <a:ext cx="60048" cy="32870"/>
            </a:xfrm>
            <a:custGeom>
              <a:avLst/>
              <a:gdLst/>
              <a:ahLst/>
              <a:cxnLst/>
              <a:rect r="r" b="b" t="t" l="l"/>
              <a:pathLst>
                <a:path h="32870" w="60048">
                  <a:moveTo>
                    <a:pt x="54472" y="32501"/>
                  </a:moveTo>
                  <a:lnTo>
                    <a:pt x="2148" y="7228"/>
                  </a:lnTo>
                  <a:cubicBezTo>
                    <a:pt x="243" y="6339"/>
                    <a:pt x="-519" y="4053"/>
                    <a:pt x="370" y="2148"/>
                  </a:cubicBezTo>
                  <a:cubicBezTo>
                    <a:pt x="1259" y="243"/>
                    <a:pt x="3545" y="-519"/>
                    <a:pt x="5450" y="370"/>
                  </a:cubicBezTo>
                  <a:lnTo>
                    <a:pt x="57901" y="25643"/>
                  </a:lnTo>
                  <a:cubicBezTo>
                    <a:pt x="59806" y="26532"/>
                    <a:pt x="60568" y="28818"/>
                    <a:pt x="59679" y="30723"/>
                  </a:cubicBezTo>
                  <a:cubicBezTo>
                    <a:pt x="58790" y="32628"/>
                    <a:pt x="56504" y="33390"/>
                    <a:pt x="54599" y="3250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58" id="158"/>
            <p:cNvSpPr/>
            <p:nvPr/>
          </p:nvSpPr>
          <p:spPr>
            <a:xfrm flipH="false" flipV="false" rot="0">
              <a:off x="92893" y="89083"/>
              <a:ext cx="25287" cy="16651"/>
            </a:xfrm>
            <a:custGeom>
              <a:avLst/>
              <a:gdLst/>
              <a:ahLst/>
              <a:cxnLst/>
              <a:rect r="r" b="b" t="t" l="l"/>
              <a:pathLst>
                <a:path h="16651" w="25287">
                  <a:moveTo>
                    <a:pt x="19756" y="16200"/>
                  </a:moveTo>
                  <a:lnTo>
                    <a:pt x="2103" y="7183"/>
                  </a:lnTo>
                  <a:cubicBezTo>
                    <a:pt x="198" y="6294"/>
                    <a:pt x="-564" y="4008"/>
                    <a:pt x="452" y="2103"/>
                  </a:cubicBezTo>
                  <a:cubicBezTo>
                    <a:pt x="1468" y="198"/>
                    <a:pt x="3627" y="-564"/>
                    <a:pt x="5532" y="452"/>
                  </a:cubicBezTo>
                  <a:lnTo>
                    <a:pt x="23185" y="9469"/>
                  </a:lnTo>
                  <a:cubicBezTo>
                    <a:pt x="25090" y="10358"/>
                    <a:pt x="25852" y="12644"/>
                    <a:pt x="24836" y="14549"/>
                  </a:cubicBezTo>
                  <a:cubicBezTo>
                    <a:pt x="23820" y="16454"/>
                    <a:pt x="21661" y="17216"/>
                    <a:pt x="19756" y="1620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59" id="159"/>
            <p:cNvSpPr/>
            <p:nvPr/>
          </p:nvSpPr>
          <p:spPr>
            <a:xfrm flipH="false" flipV="false" rot="0">
              <a:off x="97663" y="209296"/>
              <a:ext cx="88900" cy="7620"/>
            </a:xfrm>
            <a:custGeom>
              <a:avLst/>
              <a:gdLst/>
              <a:ahLst/>
              <a:cxnLst/>
              <a:rect r="r" b="b" t="t" l="l"/>
              <a:pathLst>
                <a:path h="7620" w="88900">
                  <a:moveTo>
                    <a:pt x="85090" y="7620"/>
                  </a:moveTo>
                  <a:lnTo>
                    <a:pt x="3810" y="7620"/>
                  </a:lnTo>
                  <a:cubicBezTo>
                    <a:pt x="1651" y="7620"/>
                    <a:pt x="0" y="5969"/>
                    <a:pt x="0" y="3810"/>
                  </a:cubicBezTo>
                  <a:cubicBezTo>
                    <a:pt x="0" y="1651"/>
                    <a:pt x="1651" y="0"/>
                    <a:pt x="3810" y="0"/>
                  </a:cubicBezTo>
                  <a:lnTo>
                    <a:pt x="85090" y="0"/>
                  </a:lnTo>
                  <a:cubicBezTo>
                    <a:pt x="87249" y="0"/>
                    <a:pt x="88900" y="1651"/>
                    <a:pt x="88900" y="3810"/>
                  </a:cubicBezTo>
                  <a:cubicBezTo>
                    <a:pt x="88900" y="5969"/>
                    <a:pt x="87249" y="7620"/>
                    <a:pt x="85090" y="762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92848" y="63765"/>
              <a:ext cx="59286" cy="32997"/>
            </a:xfrm>
            <a:custGeom>
              <a:avLst/>
              <a:gdLst/>
              <a:ahLst/>
              <a:cxnLst/>
              <a:rect r="r" b="b" t="t" l="l"/>
              <a:pathLst>
                <a:path h="32997" w="59286">
                  <a:moveTo>
                    <a:pt x="57139" y="7228"/>
                  </a:moveTo>
                  <a:lnTo>
                    <a:pt x="5450" y="32628"/>
                  </a:lnTo>
                  <a:cubicBezTo>
                    <a:pt x="3545" y="33517"/>
                    <a:pt x="1259" y="32755"/>
                    <a:pt x="370" y="30850"/>
                  </a:cubicBezTo>
                  <a:cubicBezTo>
                    <a:pt x="-519" y="28945"/>
                    <a:pt x="243" y="26659"/>
                    <a:pt x="2148" y="25770"/>
                  </a:cubicBezTo>
                  <a:lnTo>
                    <a:pt x="53837" y="370"/>
                  </a:lnTo>
                  <a:cubicBezTo>
                    <a:pt x="55742" y="-519"/>
                    <a:pt x="58028" y="243"/>
                    <a:pt x="58917" y="2148"/>
                  </a:cubicBezTo>
                  <a:cubicBezTo>
                    <a:pt x="59806" y="4053"/>
                    <a:pt x="59044" y="6339"/>
                    <a:pt x="57139" y="722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61" id="161"/>
            <p:cNvSpPr/>
            <p:nvPr/>
          </p:nvSpPr>
          <p:spPr>
            <a:xfrm flipH="false" flipV="false" rot="0">
              <a:off x="144421" y="63522"/>
              <a:ext cx="8719" cy="7957"/>
            </a:xfrm>
            <a:custGeom>
              <a:avLst/>
              <a:gdLst/>
              <a:ahLst/>
              <a:cxnLst/>
              <a:rect r="r" b="b" t="t" l="l"/>
              <a:pathLst>
                <a:path h="7957" w="8719">
                  <a:moveTo>
                    <a:pt x="3026" y="359"/>
                  </a:moveTo>
                  <a:lnTo>
                    <a:pt x="4042" y="105"/>
                  </a:lnTo>
                  <a:cubicBezTo>
                    <a:pt x="6074" y="-403"/>
                    <a:pt x="8106" y="994"/>
                    <a:pt x="8614" y="3026"/>
                  </a:cubicBezTo>
                  <a:cubicBezTo>
                    <a:pt x="9122" y="5058"/>
                    <a:pt x="7725" y="7090"/>
                    <a:pt x="5693" y="7598"/>
                  </a:cubicBezTo>
                  <a:lnTo>
                    <a:pt x="4677" y="7852"/>
                  </a:lnTo>
                  <a:cubicBezTo>
                    <a:pt x="2645" y="8360"/>
                    <a:pt x="613" y="6963"/>
                    <a:pt x="105" y="4931"/>
                  </a:cubicBezTo>
                  <a:cubicBezTo>
                    <a:pt x="-403" y="2899"/>
                    <a:pt x="994" y="867"/>
                    <a:pt x="3026" y="359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62" id="162"/>
            <p:cNvSpPr/>
            <p:nvPr/>
          </p:nvSpPr>
          <p:spPr>
            <a:xfrm flipH="false" flipV="false" rot="0">
              <a:off x="197866" y="88773"/>
              <a:ext cx="7620" cy="27305"/>
            </a:xfrm>
            <a:custGeom>
              <a:avLst/>
              <a:gdLst/>
              <a:ahLst/>
              <a:cxnLst/>
              <a:rect r="r" b="b" t="t" l="l"/>
              <a:pathLst>
                <a:path h="27305" w="7620">
                  <a:moveTo>
                    <a:pt x="7620" y="3810"/>
                  </a:moveTo>
                  <a:lnTo>
                    <a:pt x="7620" y="23495"/>
                  </a:lnTo>
                  <a:cubicBezTo>
                    <a:pt x="7620" y="25654"/>
                    <a:pt x="5969" y="27305"/>
                    <a:pt x="3810" y="27305"/>
                  </a:cubicBezTo>
                  <a:cubicBezTo>
                    <a:pt x="1651" y="27305"/>
                    <a:pt x="0" y="25654"/>
                    <a:pt x="0" y="23495"/>
                  </a:cubicBez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84455" y="128651"/>
              <a:ext cx="7620" cy="95123"/>
            </a:xfrm>
            <a:custGeom>
              <a:avLst/>
              <a:gdLst/>
              <a:ahLst/>
              <a:cxnLst/>
              <a:rect r="r" b="b" t="t" l="l"/>
              <a:pathLst>
                <a:path h="95123" w="7620">
                  <a:moveTo>
                    <a:pt x="7620" y="3810"/>
                  </a:moveTo>
                  <a:lnTo>
                    <a:pt x="7620" y="91313"/>
                  </a:lnTo>
                  <a:cubicBezTo>
                    <a:pt x="7620" y="93472"/>
                    <a:pt x="5969" y="95123"/>
                    <a:pt x="3810" y="95123"/>
                  </a:cubicBezTo>
                  <a:cubicBezTo>
                    <a:pt x="1651" y="95123"/>
                    <a:pt x="0" y="93472"/>
                    <a:pt x="0" y="91313"/>
                  </a:cubicBez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64" id="164"/>
            <p:cNvSpPr/>
            <p:nvPr/>
          </p:nvSpPr>
          <p:spPr>
            <a:xfrm flipH="false" flipV="false" rot="0">
              <a:off x="110617" y="98044"/>
              <a:ext cx="7620" cy="30734"/>
            </a:xfrm>
            <a:custGeom>
              <a:avLst/>
              <a:gdLst/>
              <a:ahLst/>
              <a:cxnLst/>
              <a:rect r="r" b="b" t="t" l="l"/>
              <a:pathLst>
                <a:path h="30734" w="7620">
                  <a:moveTo>
                    <a:pt x="0" y="26924"/>
                  </a:moveTo>
                  <a:lnTo>
                    <a:pt x="0" y="3810"/>
                  </a:lnTo>
                  <a:cubicBezTo>
                    <a:pt x="0" y="1651"/>
                    <a:pt x="1651" y="0"/>
                    <a:pt x="3810" y="0"/>
                  </a:cubicBezTo>
                  <a:cubicBezTo>
                    <a:pt x="5969" y="0"/>
                    <a:pt x="7620" y="1651"/>
                    <a:pt x="7620" y="3810"/>
                  </a:cubicBezTo>
                  <a:lnTo>
                    <a:pt x="7620" y="26924"/>
                  </a:lnTo>
                  <a:cubicBezTo>
                    <a:pt x="7620" y="29083"/>
                    <a:pt x="5969" y="30734"/>
                    <a:pt x="3810" y="30734"/>
                  </a:cubicBezTo>
                  <a:cubicBezTo>
                    <a:pt x="1651" y="30734"/>
                    <a:pt x="0" y="29083"/>
                    <a:pt x="0" y="2692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65" id="165"/>
            <p:cNvSpPr/>
            <p:nvPr/>
          </p:nvSpPr>
          <p:spPr>
            <a:xfrm flipH="false" flipV="false" rot="0">
              <a:off x="63500" y="324485"/>
              <a:ext cx="3295650" cy="19050"/>
            </a:xfrm>
            <a:custGeom>
              <a:avLst/>
              <a:gdLst/>
              <a:ahLst/>
              <a:cxnLst/>
              <a:rect r="r" b="b" t="t" l="l"/>
              <a:pathLst>
                <a:path h="19050" w="3295650">
                  <a:moveTo>
                    <a:pt x="0" y="0"/>
                  </a:moveTo>
                  <a:lnTo>
                    <a:pt x="3295650" y="0"/>
                  </a:lnTo>
                  <a:lnTo>
                    <a:pt x="32956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AC9EF5"/>
            </a:solidFill>
          </p:spPr>
        </p:sp>
      </p:grpSp>
      <p:sp>
        <p:nvSpPr>
          <p:cNvPr name="TextBox 166" id="166"/>
          <p:cNvSpPr txBox="true"/>
          <p:nvPr/>
        </p:nvSpPr>
        <p:spPr>
          <a:xfrm rot="0">
            <a:off x="972613" y="791810"/>
            <a:ext cx="11125594" cy="943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5391" spc="53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ER Diagram &amp; Entity Relationships</a:t>
            </a:r>
          </a:p>
        </p:txBody>
      </p:sp>
      <p:sp>
        <p:nvSpPr>
          <p:cNvPr name="TextBox 167" id="167"/>
          <p:cNvSpPr txBox="true"/>
          <p:nvPr/>
        </p:nvSpPr>
        <p:spPr>
          <a:xfrm rot="0">
            <a:off x="972613" y="8045168"/>
            <a:ext cx="7654413" cy="1053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6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Grade Entity</a:t>
            </a:r>
          </a:p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Stores scores, letter grades, and performance evaluations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972613" y="2848595"/>
            <a:ext cx="4712486" cy="151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2695" spc="26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Student Entity</a:t>
            </a:r>
          </a:p>
          <a:p>
            <a:pPr algn="l">
              <a:lnSpc>
                <a:spcPts val="3355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Manages learner profiles, contact information, and enrollment records</a:t>
            </a:r>
          </a:p>
        </p:txBody>
      </p:sp>
      <p:sp>
        <p:nvSpPr>
          <p:cNvPr name="TextBox 169" id="169"/>
          <p:cNvSpPr txBox="true"/>
          <p:nvPr/>
        </p:nvSpPr>
        <p:spPr>
          <a:xfrm rot="0">
            <a:off x="972613" y="5401173"/>
            <a:ext cx="4551310" cy="1551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3"/>
              </a:lnSpc>
            </a:pPr>
            <a:r>
              <a:rPr lang="en-US" sz="2695" spc="26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Enrollment Entity</a:t>
            </a:r>
          </a:p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Tracks which students take which courses with enrollment dates</a:t>
            </a:r>
          </a:p>
        </p:txBody>
      </p:sp>
      <p:sp>
        <p:nvSpPr>
          <p:cNvPr name="TextBox 170" id="170"/>
          <p:cNvSpPr txBox="true"/>
          <p:nvPr/>
        </p:nvSpPr>
        <p:spPr>
          <a:xfrm rot="0">
            <a:off x="6511505" y="2848595"/>
            <a:ext cx="4904171" cy="151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2695" spc="26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Faculty Entity</a:t>
            </a:r>
          </a:p>
          <a:p>
            <a:pPr algn="l">
              <a:lnSpc>
                <a:spcPts val="3355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Stores instructor details, credentials, and teaching assignments</a:t>
            </a:r>
          </a:p>
        </p:txBody>
      </p:sp>
      <p:sp>
        <p:nvSpPr>
          <p:cNvPr name="TextBox 171" id="171"/>
          <p:cNvSpPr txBox="true"/>
          <p:nvPr/>
        </p:nvSpPr>
        <p:spPr>
          <a:xfrm rot="0">
            <a:off x="6511505" y="5401173"/>
            <a:ext cx="5242241" cy="1551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3"/>
              </a:lnSpc>
            </a:pPr>
            <a:r>
              <a:rPr lang="en-US" sz="2695" spc="26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Assignment Entity</a:t>
            </a:r>
          </a:p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Manages homework, projects, quizzes, and assessment details</a:t>
            </a:r>
          </a:p>
        </p:txBody>
      </p:sp>
      <p:sp>
        <p:nvSpPr>
          <p:cNvPr name="TextBox 172" id="172"/>
          <p:cNvSpPr txBox="true"/>
          <p:nvPr/>
        </p:nvSpPr>
        <p:spPr>
          <a:xfrm rot="0">
            <a:off x="12050396" y="5401173"/>
            <a:ext cx="5128009" cy="1551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3"/>
              </a:lnSpc>
            </a:pPr>
            <a:r>
              <a:rPr lang="en-US" sz="2695" spc="26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Status Entity</a:t>
            </a:r>
          </a:p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Records submission status, deadlines, and completion tracking</a:t>
            </a:r>
          </a:p>
        </p:txBody>
      </p:sp>
      <p:sp>
        <p:nvSpPr>
          <p:cNvPr name="TextBox 173" id="173"/>
          <p:cNvSpPr txBox="true"/>
          <p:nvPr/>
        </p:nvSpPr>
        <p:spPr>
          <a:xfrm rot="0">
            <a:off x="12050396" y="2848595"/>
            <a:ext cx="4866342" cy="151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4"/>
              </a:lnSpc>
            </a:pPr>
            <a:r>
              <a:rPr lang="en-US" sz="2695" spc="26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Course Entity</a:t>
            </a:r>
          </a:p>
          <a:p>
            <a:pPr algn="l">
              <a:lnSpc>
                <a:spcPts val="3355"/>
              </a:lnSpc>
            </a:pPr>
            <a:r>
              <a:rPr lang="en-US" sz="2156" spc="2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Contains course metadata, syllabus, duration, and prerequisites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D3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47880" y="1318343"/>
            <a:ext cx="10592230" cy="1181963"/>
            <a:chOff x="0" y="0"/>
            <a:chExt cx="10356850" cy="1155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3025" y="73152"/>
              <a:ext cx="10210673" cy="1009396"/>
            </a:xfrm>
            <a:custGeom>
              <a:avLst/>
              <a:gdLst/>
              <a:ahLst/>
              <a:cxnLst/>
              <a:rect r="r" b="b" t="t" l="l"/>
              <a:pathLst>
                <a:path h="1009396" w="10210673">
                  <a:moveTo>
                    <a:pt x="0" y="9975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10198862" y="0"/>
                  </a:lnTo>
                  <a:cubicBezTo>
                    <a:pt x="10202164" y="0"/>
                    <a:pt x="10204958" y="1143"/>
                    <a:pt x="10207244" y="3429"/>
                  </a:cubicBezTo>
                  <a:cubicBezTo>
                    <a:pt x="10209530" y="5715"/>
                    <a:pt x="10210673" y="8509"/>
                    <a:pt x="10210673" y="11811"/>
                  </a:cubicBezTo>
                  <a:lnTo>
                    <a:pt x="10210673" y="997585"/>
                  </a:lnTo>
                  <a:cubicBezTo>
                    <a:pt x="10210673" y="1000887"/>
                    <a:pt x="10209530" y="1003681"/>
                    <a:pt x="10207244" y="1005967"/>
                  </a:cubicBezTo>
                  <a:cubicBezTo>
                    <a:pt x="10204958" y="1008253"/>
                    <a:pt x="10202164" y="1009396"/>
                    <a:pt x="10198862" y="1009396"/>
                  </a:cubicBezTo>
                  <a:lnTo>
                    <a:pt x="11938" y="1009396"/>
                  </a:lnTo>
                  <a:cubicBezTo>
                    <a:pt x="8636" y="1009396"/>
                    <a:pt x="5842" y="1008253"/>
                    <a:pt x="3556" y="1005967"/>
                  </a:cubicBezTo>
                  <a:cubicBezTo>
                    <a:pt x="1270" y="1003681"/>
                    <a:pt x="127" y="1000887"/>
                    <a:pt x="127" y="997585"/>
                  </a:cubicBezTo>
                  <a:close/>
                </a:path>
              </a:pathLst>
            </a:custGeom>
            <a:solidFill>
              <a:srgbClr val="2D313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0229723" cy="1028700"/>
            </a:xfrm>
            <a:custGeom>
              <a:avLst/>
              <a:gdLst/>
              <a:ahLst/>
              <a:cxnLst/>
              <a:rect r="r" b="b" t="t" l="l"/>
              <a:pathLst>
                <a:path h="1028700" w="10229723">
                  <a:moveTo>
                    <a:pt x="0" y="10072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lnTo>
                    <a:pt x="12954" y="13081"/>
                  </a:lnTo>
                  <a:lnTo>
                    <a:pt x="6223" y="6350"/>
                  </a:ln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10208387" y="0"/>
                  </a:lnTo>
                  <a:lnTo>
                    <a:pt x="10208387" y="9525"/>
                  </a:lnTo>
                  <a:lnTo>
                    <a:pt x="10208387" y="0"/>
                  </a:lnTo>
                  <a:cubicBezTo>
                    <a:pt x="10214229" y="0"/>
                    <a:pt x="10219436" y="2159"/>
                    <a:pt x="10223500" y="6223"/>
                  </a:cubicBezTo>
                  <a:lnTo>
                    <a:pt x="10216769" y="12954"/>
                  </a:lnTo>
                  <a:lnTo>
                    <a:pt x="10223500" y="6223"/>
                  </a:lnTo>
                  <a:cubicBezTo>
                    <a:pt x="10227564" y="10287"/>
                    <a:pt x="10229723" y="15621"/>
                    <a:pt x="10229723" y="21336"/>
                  </a:cubicBezTo>
                  <a:lnTo>
                    <a:pt x="10229723" y="1007237"/>
                  </a:lnTo>
                  <a:cubicBezTo>
                    <a:pt x="10229723" y="1013079"/>
                    <a:pt x="10227564" y="1018286"/>
                    <a:pt x="10223500" y="1022350"/>
                  </a:cubicBezTo>
                  <a:lnTo>
                    <a:pt x="10216769" y="1015619"/>
                  </a:lnTo>
                  <a:lnTo>
                    <a:pt x="10223500" y="1022350"/>
                  </a:lnTo>
                  <a:cubicBezTo>
                    <a:pt x="10219436" y="1026414"/>
                    <a:pt x="10214102" y="1028573"/>
                    <a:pt x="10208387" y="1028573"/>
                  </a:cubicBezTo>
                  <a:lnTo>
                    <a:pt x="10208387" y="1019048"/>
                  </a:lnTo>
                  <a:lnTo>
                    <a:pt x="10208387" y="1028700"/>
                  </a:lnTo>
                  <a:lnTo>
                    <a:pt x="21463" y="1028700"/>
                  </a:lnTo>
                  <a:lnTo>
                    <a:pt x="21463" y="1019175"/>
                  </a:lnTo>
                  <a:lnTo>
                    <a:pt x="21463" y="1028700"/>
                  </a:lnTo>
                  <a:cubicBezTo>
                    <a:pt x="15621" y="1028700"/>
                    <a:pt x="10414" y="1026541"/>
                    <a:pt x="6350" y="1022477"/>
                  </a:cubicBezTo>
                  <a:lnTo>
                    <a:pt x="13081" y="1015746"/>
                  </a:lnTo>
                  <a:lnTo>
                    <a:pt x="6350" y="1022477"/>
                  </a:lnTo>
                  <a:cubicBezTo>
                    <a:pt x="2286" y="1018413"/>
                    <a:pt x="127" y="1013079"/>
                    <a:pt x="127" y="1007364"/>
                  </a:cubicBezTo>
                  <a:lnTo>
                    <a:pt x="9652" y="1007364"/>
                  </a:lnTo>
                  <a:lnTo>
                    <a:pt x="0" y="1007364"/>
                  </a:lnTo>
                  <a:moveTo>
                    <a:pt x="19050" y="1007364"/>
                  </a:moveTo>
                  <a:cubicBezTo>
                    <a:pt x="19050" y="1008126"/>
                    <a:pt x="19177" y="1008507"/>
                    <a:pt x="19685" y="1009015"/>
                  </a:cubicBezTo>
                  <a:cubicBezTo>
                    <a:pt x="20193" y="1009523"/>
                    <a:pt x="20574" y="1009650"/>
                    <a:pt x="21336" y="1009650"/>
                  </a:cubicBezTo>
                  <a:lnTo>
                    <a:pt x="10208387" y="1009650"/>
                  </a:lnTo>
                  <a:cubicBezTo>
                    <a:pt x="10209149" y="1009650"/>
                    <a:pt x="10209530" y="1009523"/>
                    <a:pt x="10210038" y="1009015"/>
                  </a:cubicBezTo>
                  <a:cubicBezTo>
                    <a:pt x="10210546" y="1008507"/>
                    <a:pt x="10210800" y="1008126"/>
                    <a:pt x="10210800" y="1007364"/>
                  </a:cubicBezTo>
                  <a:lnTo>
                    <a:pt x="10220325" y="1007364"/>
                  </a:lnTo>
                  <a:lnTo>
                    <a:pt x="10210800" y="1007364"/>
                  </a:lnTo>
                  <a:lnTo>
                    <a:pt x="10210800" y="21463"/>
                  </a:lnTo>
                  <a:lnTo>
                    <a:pt x="10220325" y="21463"/>
                  </a:lnTo>
                  <a:lnTo>
                    <a:pt x="10210800" y="21463"/>
                  </a:lnTo>
                  <a:cubicBezTo>
                    <a:pt x="10210800" y="20701"/>
                    <a:pt x="10210673" y="20320"/>
                    <a:pt x="10210038" y="19812"/>
                  </a:cubicBezTo>
                  <a:cubicBezTo>
                    <a:pt x="10209403" y="19304"/>
                    <a:pt x="10209149" y="19177"/>
                    <a:pt x="10208387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1007237"/>
                  </a:lnTo>
                  <a:close/>
                </a:path>
              </a:pathLst>
            </a:custGeom>
            <a:solidFill>
              <a:srgbClr val="65696B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82550" y="82550"/>
              <a:ext cx="685800" cy="990600"/>
            </a:xfrm>
            <a:custGeom>
              <a:avLst/>
              <a:gdLst/>
              <a:ahLst/>
              <a:cxnLst/>
              <a:rect r="r" b="b" t="t" l="l"/>
              <a:pathLst>
                <a:path h="990600" w="685800">
                  <a:moveTo>
                    <a:pt x="0" y="988187"/>
                  </a:moveTo>
                  <a:lnTo>
                    <a:pt x="0" y="2413"/>
                  </a:lnTo>
                  <a:cubicBezTo>
                    <a:pt x="0" y="889"/>
                    <a:pt x="762" y="0"/>
                    <a:pt x="2413" y="0"/>
                  </a:cubicBezTo>
                  <a:lnTo>
                    <a:pt x="685800" y="0"/>
                  </a:lnTo>
                  <a:lnTo>
                    <a:pt x="685800" y="990600"/>
                  </a:lnTo>
                  <a:lnTo>
                    <a:pt x="2413" y="990600"/>
                  </a:lnTo>
                  <a:cubicBezTo>
                    <a:pt x="889" y="990600"/>
                    <a:pt x="0" y="989838"/>
                    <a:pt x="0" y="988187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847880" y="2545769"/>
            <a:ext cx="10592230" cy="1181963"/>
            <a:chOff x="0" y="0"/>
            <a:chExt cx="10356850" cy="1155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3025" y="73152"/>
              <a:ext cx="10210673" cy="1009396"/>
            </a:xfrm>
            <a:custGeom>
              <a:avLst/>
              <a:gdLst/>
              <a:ahLst/>
              <a:cxnLst/>
              <a:rect r="r" b="b" t="t" l="l"/>
              <a:pathLst>
                <a:path h="1009396" w="10210673">
                  <a:moveTo>
                    <a:pt x="0" y="9975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10198862" y="0"/>
                  </a:lnTo>
                  <a:cubicBezTo>
                    <a:pt x="10202164" y="0"/>
                    <a:pt x="10204958" y="1143"/>
                    <a:pt x="10207244" y="3429"/>
                  </a:cubicBezTo>
                  <a:cubicBezTo>
                    <a:pt x="10209530" y="5715"/>
                    <a:pt x="10210673" y="8509"/>
                    <a:pt x="10210673" y="11811"/>
                  </a:cubicBezTo>
                  <a:lnTo>
                    <a:pt x="10210673" y="997585"/>
                  </a:lnTo>
                  <a:cubicBezTo>
                    <a:pt x="10210673" y="1000887"/>
                    <a:pt x="10209530" y="1003681"/>
                    <a:pt x="10207244" y="1005967"/>
                  </a:cubicBezTo>
                  <a:cubicBezTo>
                    <a:pt x="10204958" y="1008253"/>
                    <a:pt x="10202164" y="1009396"/>
                    <a:pt x="10198862" y="1009396"/>
                  </a:cubicBezTo>
                  <a:lnTo>
                    <a:pt x="11938" y="1009396"/>
                  </a:lnTo>
                  <a:cubicBezTo>
                    <a:pt x="8636" y="1009396"/>
                    <a:pt x="5842" y="1008253"/>
                    <a:pt x="3556" y="1005967"/>
                  </a:cubicBezTo>
                  <a:cubicBezTo>
                    <a:pt x="1270" y="1003681"/>
                    <a:pt x="127" y="1000887"/>
                    <a:pt x="127" y="997585"/>
                  </a:cubicBezTo>
                  <a:close/>
                </a:path>
              </a:pathLst>
            </a:custGeom>
            <a:solidFill>
              <a:srgbClr val="2D3133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10229723" cy="1028573"/>
            </a:xfrm>
            <a:custGeom>
              <a:avLst/>
              <a:gdLst/>
              <a:ahLst/>
              <a:cxnLst/>
              <a:rect r="r" b="b" t="t" l="l"/>
              <a:pathLst>
                <a:path h="1028573" w="10229723">
                  <a:moveTo>
                    <a:pt x="0" y="10072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lnTo>
                    <a:pt x="12954" y="13081"/>
                  </a:lnTo>
                  <a:lnTo>
                    <a:pt x="6223" y="6350"/>
                  </a:ln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10208387" y="0"/>
                  </a:lnTo>
                  <a:lnTo>
                    <a:pt x="10208387" y="9525"/>
                  </a:lnTo>
                  <a:lnTo>
                    <a:pt x="10208387" y="0"/>
                  </a:lnTo>
                  <a:cubicBezTo>
                    <a:pt x="10214229" y="0"/>
                    <a:pt x="10219436" y="2159"/>
                    <a:pt x="10223500" y="6223"/>
                  </a:cubicBezTo>
                  <a:lnTo>
                    <a:pt x="10216769" y="12954"/>
                  </a:lnTo>
                  <a:lnTo>
                    <a:pt x="10223500" y="6223"/>
                  </a:lnTo>
                  <a:cubicBezTo>
                    <a:pt x="10227564" y="10287"/>
                    <a:pt x="10229723" y="15621"/>
                    <a:pt x="10229723" y="21336"/>
                  </a:cubicBezTo>
                  <a:lnTo>
                    <a:pt x="10229723" y="1007237"/>
                  </a:lnTo>
                  <a:cubicBezTo>
                    <a:pt x="10229723" y="1013079"/>
                    <a:pt x="10227564" y="1018286"/>
                    <a:pt x="10223500" y="1022350"/>
                  </a:cubicBezTo>
                  <a:cubicBezTo>
                    <a:pt x="10219436" y="1026414"/>
                    <a:pt x="10214102" y="1028573"/>
                    <a:pt x="10208387" y="1028573"/>
                  </a:cubicBezTo>
                  <a:lnTo>
                    <a:pt x="21463" y="1028573"/>
                  </a:lnTo>
                  <a:cubicBezTo>
                    <a:pt x="15621" y="1028573"/>
                    <a:pt x="10414" y="1026414"/>
                    <a:pt x="6350" y="1022350"/>
                  </a:cubicBezTo>
                  <a:cubicBezTo>
                    <a:pt x="2286" y="1018286"/>
                    <a:pt x="127" y="1012952"/>
                    <a:pt x="127" y="1007237"/>
                  </a:cubicBezTo>
                  <a:lnTo>
                    <a:pt x="9652" y="1007237"/>
                  </a:lnTo>
                  <a:lnTo>
                    <a:pt x="0" y="1007237"/>
                  </a:lnTo>
                  <a:moveTo>
                    <a:pt x="19050" y="1007237"/>
                  </a:moveTo>
                  <a:cubicBezTo>
                    <a:pt x="19050" y="1007999"/>
                    <a:pt x="19177" y="1008380"/>
                    <a:pt x="19685" y="1008888"/>
                  </a:cubicBezTo>
                  <a:lnTo>
                    <a:pt x="12954" y="1015619"/>
                  </a:lnTo>
                  <a:lnTo>
                    <a:pt x="19685" y="1008888"/>
                  </a:lnTo>
                  <a:cubicBezTo>
                    <a:pt x="20193" y="1009396"/>
                    <a:pt x="20574" y="1009523"/>
                    <a:pt x="21336" y="1009523"/>
                  </a:cubicBezTo>
                  <a:lnTo>
                    <a:pt x="21336" y="1019048"/>
                  </a:lnTo>
                  <a:lnTo>
                    <a:pt x="21336" y="1009650"/>
                  </a:lnTo>
                  <a:lnTo>
                    <a:pt x="10208387" y="1009650"/>
                  </a:lnTo>
                  <a:lnTo>
                    <a:pt x="10208387" y="1019175"/>
                  </a:lnTo>
                  <a:lnTo>
                    <a:pt x="10208387" y="1009650"/>
                  </a:lnTo>
                  <a:cubicBezTo>
                    <a:pt x="10209149" y="1009650"/>
                    <a:pt x="10209530" y="1009523"/>
                    <a:pt x="10210038" y="1009015"/>
                  </a:cubicBezTo>
                  <a:lnTo>
                    <a:pt x="10216769" y="1015746"/>
                  </a:lnTo>
                  <a:lnTo>
                    <a:pt x="10210038" y="1009015"/>
                  </a:lnTo>
                  <a:cubicBezTo>
                    <a:pt x="10210546" y="1008507"/>
                    <a:pt x="10210800" y="1008126"/>
                    <a:pt x="10210800" y="1007364"/>
                  </a:cubicBezTo>
                  <a:lnTo>
                    <a:pt x="10220325" y="1007364"/>
                  </a:lnTo>
                  <a:lnTo>
                    <a:pt x="10210800" y="1007364"/>
                  </a:lnTo>
                  <a:lnTo>
                    <a:pt x="10210800" y="21463"/>
                  </a:lnTo>
                  <a:lnTo>
                    <a:pt x="10220325" y="21463"/>
                  </a:lnTo>
                  <a:lnTo>
                    <a:pt x="10210800" y="21463"/>
                  </a:lnTo>
                  <a:cubicBezTo>
                    <a:pt x="10210800" y="20701"/>
                    <a:pt x="10210673" y="20320"/>
                    <a:pt x="10210038" y="19812"/>
                  </a:cubicBezTo>
                  <a:cubicBezTo>
                    <a:pt x="10209403" y="19304"/>
                    <a:pt x="10209149" y="19177"/>
                    <a:pt x="10208387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1007237"/>
                  </a:lnTo>
                  <a:close/>
                </a:path>
              </a:pathLst>
            </a:custGeom>
            <a:solidFill>
              <a:srgbClr val="65696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82550" y="82550"/>
              <a:ext cx="685800" cy="990600"/>
            </a:xfrm>
            <a:custGeom>
              <a:avLst/>
              <a:gdLst/>
              <a:ahLst/>
              <a:cxnLst/>
              <a:rect r="r" b="b" t="t" l="l"/>
              <a:pathLst>
                <a:path h="990600" w="685800">
                  <a:moveTo>
                    <a:pt x="0" y="988187"/>
                  </a:moveTo>
                  <a:lnTo>
                    <a:pt x="0" y="2413"/>
                  </a:lnTo>
                  <a:cubicBezTo>
                    <a:pt x="0" y="889"/>
                    <a:pt x="762" y="0"/>
                    <a:pt x="2413" y="0"/>
                  </a:cubicBezTo>
                  <a:lnTo>
                    <a:pt x="685800" y="0"/>
                  </a:lnTo>
                  <a:lnTo>
                    <a:pt x="685800" y="990600"/>
                  </a:lnTo>
                  <a:lnTo>
                    <a:pt x="2413" y="990600"/>
                  </a:lnTo>
                  <a:cubicBezTo>
                    <a:pt x="889" y="990600"/>
                    <a:pt x="0" y="989838"/>
                    <a:pt x="0" y="988187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847880" y="3773196"/>
            <a:ext cx="10592230" cy="1181963"/>
            <a:chOff x="0" y="0"/>
            <a:chExt cx="10356850" cy="1155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73025" y="73152"/>
              <a:ext cx="10210673" cy="1009396"/>
            </a:xfrm>
            <a:custGeom>
              <a:avLst/>
              <a:gdLst/>
              <a:ahLst/>
              <a:cxnLst/>
              <a:rect r="r" b="b" t="t" l="l"/>
              <a:pathLst>
                <a:path h="1009396" w="10210673">
                  <a:moveTo>
                    <a:pt x="0" y="9975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10198862" y="0"/>
                  </a:lnTo>
                  <a:cubicBezTo>
                    <a:pt x="10202164" y="0"/>
                    <a:pt x="10204958" y="1143"/>
                    <a:pt x="10207244" y="3429"/>
                  </a:cubicBezTo>
                  <a:cubicBezTo>
                    <a:pt x="10209530" y="5715"/>
                    <a:pt x="10210673" y="8509"/>
                    <a:pt x="10210673" y="11811"/>
                  </a:cubicBezTo>
                  <a:lnTo>
                    <a:pt x="10210673" y="997585"/>
                  </a:lnTo>
                  <a:cubicBezTo>
                    <a:pt x="10210673" y="1000887"/>
                    <a:pt x="10209530" y="1003681"/>
                    <a:pt x="10207244" y="1005967"/>
                  </a:cubicBezTo>
                  <a:cubicBezTo>
                    <a:pt x="10204958" y="1008253"/>
                    <a:pt x="10202164" y="1009396"/>
                    <a:pt x="10198862" y="1009396"/>
                  </a:cubicBezTo>
                  <a:lnTo>
                    <a:pt x="11938" y="1009396"/>
                  </a:lnTo>
                  <a:cubicBezTo>
                    <a:pt x="8636" y="1009396"/>
                    <a:pt x="5842" y="1008253"/>
                    <a:pt x="3556" y="1005967"/>
                  </a:cubicBezTo>
                  <a:cubicBezTo>
                    <a:pt x="1270" y="1003681"/>
                    <a:pt x="127" y="1000887"/>
                    <a:pt x="127" y="997585"/>
                  </a:cubicBezTo>
                  <a:close/>
                </a:path>
              </a:pathLst>
            </a:custGeom>
            <a:solidFill>
              <a:srgbClr val="2D313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10229723" cy="1028573"/>
            </a:xfrm>
            <a:custGeom>
              <a:avLst/>
              <a:gdLst/>
              <a:ahLst/>
              <a:cxnLst/>
              <a:rect r="r" b="b" t="t" l="l"/>
              <a:pathLst>
                <a:path h="1028573" w="10229723">
                  <a:moveTo>
                    <a:pt x="0" y="10072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10208387" y="0"/>
                  </a:lnTo>
                  <a:lnTo>
                    <a:pt x="10208387" y="9525"/>
                  </a:lnTo>
                  <a:lnTo>
                    <a:pt x="10208387" y="0"/>
                  </a:lnTo>
                  <a:cubicBezTo>
                    <a:pt x="10214229" y="0"/>
                    <a:pt x="10219436" y="2159"/>
                    <a:pt x="10223500" y="6223"/>
                  </a:cubicBezTo>
                  <a:cubicBezTo>
                    <a:pt x="10227564" y="10287"/>
                    <a:pt x="10229723" y="15621"/>
                    <a:pt x="10229723" y="21336"/>
                  </a:cubicBezTo>
                  <a:lnTo>
                    <a:pt x="10229723" y="1007237"/>
                  </a:lnTo>
                  <a:cubicBezTo>
                    <a:pt x="10229723" y="1013079"/>
                    <a:pt x="10227564" y="1018286"/>
                    <a:pt x="10223500" y="1022350"/>
                  </a:cubicBezTo>
                  <a:cubicBezTo>
                    <a:pt x="10219436" y="1026414"/>
                    <a:pt x="10214102" y="1028573"/>
                    <a:pt x="10208387" y="1028573"/>
                  </a:cubicBezTo>
                  <a:lnTo>
                    <a:pt x="21463" y="1028573"/>
                  </a:lnTo>
                  <a:cubicBezTo>
                    <a:pt x="15621" y="1028573"/>
                    <a:pt x="10414" y="1026414"/>
                    <a:pt x="6350" y="1022350"/>
                  </a:cubicBezTo>
                  <a:cubicBezTo>
                    <a:pt x="2286" y="1018286"/>
                    <a:pt x="127" y="1012952"/>
                    <a:pt x="127" y="1007237"/>
                  </a:cubicBezTo>
                  <a:lnTo>
                    <a:pt x="9652" y="1007237"/>
                  </a:lnTo>
                  <a:lnTo>
                    <a:pt x="0" y="1007237"/>
                  </a:lnTo>
                  <a:moveTo>
                    <a:pt x="19050" y="1007237"/>
                  </a:moveTo>
                  <a:cubicBezTo>
                    <a:pt x="19050" y="1007999"/>
                    <a:pt x="19177" y="1008380"/>
                    <a:pt x="19685" y="1008888"/>
                  </a:cubicBezTo>
                  <a:lnTo>
                    <a:pt x="12954" y="1015619"/>
                  </a:lnTo>
                  <a:lnTo>
                    <a:pt x="19685" y="1008888"/>
                  </a:lnTo>
                  <a:cubicBezTo>
                    <a:pt x="20193" y="1009396"/>
                    <a:pt x="20574" y="1009523"/>
                    <a:pt x="21336" y="1009523"/>
                  </a:cubicBezTo>
                  <a:lnTo>
                    <a:pt x="21336" y="1019048"/>
                  </a:lnTo>
                  <a:lnTo>
                    <a:pt x="21336" y="1009650"/>
                  </a:lnTo>
                  <a:lnTo>
                    <a:pt x="10208387" y="1009650"/>
                  </a:lnTo>
                  <a:lnTo>
                    <a:pt x="10208387" y="1019175"/>
                  </a:lnTo>
                  <a:lnTo>
                    <a:pt x="10208387" y="1009650"/>
                  </a:lnTo>
                  <a:cubicBezTo>
                    <a:pt x="10209149" y="1009650"/>
                    <a:pt x="10209530" y="1009523"/>
                    <a:pt x="10210038" y="1009015"/>
                  </a:cubicBezTo>
                  <a:lnTo>
                    <a:pt x="10216769" y="1015746"/>
                  </a:lnTo>
                  <a:lnTo>
                    <a:pt x="10210038" y="1009015"/>
                  </a:lnTo>
                  <a:cubicBezTo>
                    <a:pt x="10210546" y="1008507"/>
                    <a:pt x="10210800" y="1008126"/>
                    <a:pt x="10210800" y="1007364"/>
                  </a:cubicBezTo>
                  <a:lnTo>
                    <a:pt x="10220325" y="1007364"/>
                  </a:lnTo>
                  <a:lnTo>
                    <a:pt x="10210800" y="1007364"/>
                  </a:lnTo>
                  <a:lnTo>
                    <a:pt x="10210800" y="21463"/>
                  </a:lnTo>
                  <a:lnTo>
                    <a:pt x="10220325" y="21463"/>
                  </a:lnTo>
                  <a:lnTo>
                    <a:pt x="10210800" y="21463"/>
                  </a:lnTo>
                  <a:cubicBezTo>
                    <a:pt x="10210800" y="20701"/>
                    <a:pt x="10210673" y="20320"/>
                    <a:pt x="10210038" y="19812"/>
                  </a:cubicBezTo>
                  <a:lnTo>
                    <a:pt x="10216769" y="13081"/>
                  </a:lnTo>
                  <a:lnTo>
                    <a:pt x="10210038" y="19812"/>
                  </a:lnTo>
                  <a:cubicBezTo>
                    <a:pt x="10209530" y="19304"/>
                    <a:pt x="10209149" y="19177"/>
                    <a:pt x="10208387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lnTo>
                    <a:pt x="13081" y="13081"/>
                  </a:lnTo>
                  <a:lnTo>
                    <a:pt x="19812" y="19812"/>
                  </a:ln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1007237"/>
                  </a:lnTo>
                  <a:close/>
                </a:path>
              </a:pathLst>
            </a:custGeom>
            <a:solidFill>
              <a:srgbClr val="65696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82550" y="82550"/>
              <a:ext cx="685800" cy="990600"/>
            </a:xfrm>
            <a:custGeom>
              <a:avLst/>
              <a:gdLst/>
              <a:ahLst/>
              <a:cxnLst/>
              <a:rect r="r" b="b" t="t" l="l"/>
              <a:pathLst>
                <a:path h="990600" w="685800">
                  <a:moveTo>
                    <a:pt x="0" y="988187"/>
                  </a:moveTo>
                  <a:lnTo>
                    <a:pt x="0" y="2413"/>
                  </a:lnTo>
                  <a:cubicBezTo>
                    <a:pt x="0" y="889"/>
                    <a:pt x="762" y="0"/>
                    <a:pt x="2413" y="0"/>
                  </a:cubicBezTo>
                  <a:lnTo>
                    <a:pt x="685800" y="0"/>
                  </a:lnTo>
                  <a:lnTo>
                    <a:pt x="685800" y="990600"/>
                  </a:lnTo>
                  <a:lnTo>
                    <a:pt x="2413" y="990600"/>
                  </a:lnTo>
                  <a:cubicBezTo>
                    <a:pt x="889" y="990600"/>
                    <a:pt x="0" y="989838"/>
                    <a:pt x="0" y="988187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847880" y="5000622"/>
            <a:ext cx="10592230" cy="1181963"/>
            <a:chOff x="0" y="0"/>
            <a:chExt cx="10356850" cy="1155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73025" y="73152"/>
              <a:ext cx="10210673" cy="1009396"/>
            </a:xfrm>
            <a:custGeom>
              <a:avLst/>
              <a:gdLst/>
              <a:ahLst/>
              <a:cxnLst/>
              <a:rect r="r" b="b" t="t" l="l"/>
              <a:pathLst>
                <a:path h="1009396" w="10210673">
                  <a:moveTo>
                    <a:pt x="0" y="9975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10198862" y="0"/>
                  </a:lnTo>
                  <a:cubicBezTo>
                    <a:pt x="10202164" y="0"/>
                    <a:pt x="10204958" y="1143"/>
                    <a:pt x="10207244" y="3429"/>
                  </a:cubicBezTo>
                  <a:cubicBezTo>
                    <a:pt x="10209530" y="5715"/>
                    <a:pt x="10210673" y="8509"/>
                    <a:pt x="10210673" y="11811"/>
                  </a:cubicBezTo>
                  <a:lnTo>
                    <a:pt x="10210673" y="997585"/>
                  </a:lnTo>
                  <a:cubicBezTo>
                    <a:pt x="10210673" y="1000887"/>
                    <a:pt x="10209530" y="1003681"/>
                    <a:pt x="10207244" y="1005967"/>
                  </a:cubicBezTo>
                  <a:cubicBezTo>
                    <a:pt x="10204958" y="1008253"/>
                    <a:pt x="10202164" y="1009396"/>
                    <a:pt x="10198862" y="1009396"/>
                  </a:cubicBezTo>
                  <a:lnTo>
                    <a:pt x="11938" y="1009396"/>
                  </a:lnTo>
                  <a:cubicBezTo>
                    <a:pt x="8636" y="1009396"/>
                    <a:pt x="5842" y="1008253"/>
                    <a:pt x="3556" y="1005967"/>
                  </a:cubicBezTo>
                  <a:cubicBezTo>
                    <a:pt x="1270" y="1003681"/>
                    <a:pt x="127" y="1000887"/>
                    <a:pt x="127" y="997585"/>
                  </a:cubicBezTo>
                  <a:close/>
                </a:path>
              </a:pathLst>
            </a:custGeom>
            <a:solidFill>
              <a:srgbClr val="2D313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10229723" cy="1028573"/>
            </a:xfrm>
            <a:custGeom>
              <a:avLst/>
              <a:gdLst/>
              <a:ahLst/>
              <a:cxnLst/>
              <a:rect r="r" b="b" t="t" l="l"/>
              <a:pathLst>
                <a:path h="1028573" w="10229723">
                  <a:moveTo>
                    <a:pt x="0" y="10072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lnTo>
                    <a:pt x="12954" y="13081"/>
                  </a:lnTo>
                  <a:lnTo>
                    <a:pt x="6223" y="6350"/>
                  </a:ln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10208387" y="0"/>
                  </a:lnTo>
                  <a:lnTo>
                    <a:pt x="10208387" y="9525"/>
                  </a:lnTo>
                  <a:lnTo>
                    <a:pt x="10208387" y="0"/>
                  </a:lnTo>
                  <a:cubicBezTo>
                    <a:pt x="10214229" y="0"/>
                    <a:pt x="10219436" y="2159"/>
                    <a:pt x="10223500" y="6223"/>
                  </a:cubicBezTo>
                  <a:lnTo>
                    <a:pt x="10216769" y="12954"/>
                  </a:lnTo>
                  <a:lnTo>
                    <a:pt x="10223500" y="6223"/>
                  </a:lnTo>
                  <a:cubicBezTo>
                    <a:pt x="10227564" y="10287"/>
                    <a:pt x="10229723" y="15621"/>
                    <a:pt x="10229723" y="21336"/>
                  </a:cubicBezTo>
                  <a:lnTo>
                    <a:pt x="10229723" y="1007237"/>
                  </a:lnTo>
                  <a:cubicBezTo>
                    <a:pt x="10229723" y="1013079"/>
                    <a:pt x="10227564" y="1018286"/>
                    <a:pt x="10223500" y="1022350"/>
                  </a:cubicBezTo>
                  <a:cubicBezTo>
                    <a:pt x="10219436" y="1026414"/>
                    <a:pt x="10214102" y="1028573"/>
                    <a:pt x="10208387" y="1028573"/>
                  </a:cubicBezTo>
                  <a:lnTo>
                    <a:pt x="21463" y="1028573"/>
                  </a:lnTo>
                  <a:cubicBezTo>
                    <a:pt x="15621" y="1028573"/>
                    <a:pt x="10414" y="1026414"/>
                    <a:pt x="6350" y="1022350"/>
                  </a:cubicBezTo>
                  <a:cubicBezTo>
                    <a:pt x="2286" y="1018286"/>
                    <a:pt x="127" y="1012952"/>
                    <a:pt x="127" y="1007237"/>
                  </a:cubicBezTo>
                  <a:lnTo>
                    <a:pt x="9652" y="1007237"/>
                  </a:lnTo>
                  <a:lnTo>
                    <a:pt x="0" y="1007237"/>
                  </a:lnTo>
                  <a:moveTo>
                    <a:pt x="19050" y="1007237"/>
                  </a:moveTo>
                  <a:cubicBezTo>
                    <a:pt x="19050" y="1007999"/>
                    <a:pt x="19177" y="1008380"/>
                    <a:pt x="19685" y="1008888"/>
                  </a:cubicBezTo>
                  <a:lnTo>
                    <a:pt x="12954" y="1015619"/>
                  </a:lnTo>
                  <a:lnTo>
                    <a:pt x="19685" y="1008888"/>
                  </a:lnTo>
                  <a:cubicBezTo>
                    <a:pt x="20193" y="1009396"/>
                    <a:pt x="20574" y="1009523"/>
                    <a:pt x="21336" y="1009523"/>
                  </a:cubicBezTo>
                  <a:lnTo>
                    <a:pt x="21336" y="1019048"/>
                  </a:lnTo>
                  <a:lnTo>
                    <a:pt x="21336" y="1009650"/>
                  </a:lnTo>
                  <a:lnTo>
                    <a:pt x="10208387" y="1009650"/>
                  </a:lnTo>
                  <a:lnTo>
                    <a:pt x="10208387" y="1019175"/>
                  </a:lnTo>
                  <a:lnTo>
                    <a:pt x="10208387" y="1009650"/>
                  </a:lnTo>
                  <a:cubicBezTo>
                    <a:pt x="10209149" y="1009650"/>
                    <a:pt x="10209530" y="1009523"/>
                    <a:pt x="10210038" y="1009015"/>
                  </a:cubicBezTo>
                  <a:lnTo>
                    <a:pt x="10216769" y="1015746"/>
                  </a:lnTo>
                  <a:lnTo>
                    <a:pt x="10210038" y="1009015"/>
                  </a:lnTo>
                  <a:cubicBezTo>
                    <a:pt x="10210546" y="1008507"/>
                    <a:pt x="10210800" y="1008126"/>
                    <a:pt x="10210800" y="1007364"/>
                  </a:cubicBezTo>
                  <a:lnTo>
                    <a:pt x="10220325" y="1007364"/>
                  </a:lnTo>
                  <a:lnTo>
                    <a:pt x="10210800" y="1007364"/>
                  </a:lnTo>
                  <a:lnTo>
                    <a:pt x="10210800" y="21463"/>
                  </a:lnTo>
                  <a:lnTo>
                    <a:pt x="10220325" y="21463"/>
                  </a:lnTo>
                  <a:lnTo>
                    <a:pt x="10210800" y="21463"/>
                  </a:lnTo>
                  <a:cubicBezTo>
                    <a:pt x="10210800" y="20701"/>
                    <a:pt x="10210673" y="20320"/>
                    <a:pt x="10210038" y="19812"/>
                  </a:cubicBezTo>
                  <a:cubicBezTo>
                    <a:pt x="10209403" y="19304"/>
                    <a:pt x="10209149" y="19177"/>
                    <a:pt x="10208387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1007237"/>
                  </a:lnTo>
                  <a:close/>
                </a:path>
              </a:pathLst>
            </a:custGeom>
            <a:solidFill>
              <a:srgbClr val="65696B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82550" y="82550"/>
              <a:ext cx="685800" cy="990600"/>
            </a:xfrm>
            <a:custGeom>
              <a:avLst/>
              <a:gdLst/>
              <a:ahLst/>
              <a:cxnLst/>
              <a:rect r="r" b="b" t="t" l="l"/>
              <a:pathLst>
                <a:path h="990600" w="685800">
                  <a:moveTo>
                    <a:pt x="0" y="988187"/>
                  </a:moveTo>
                  <a:lnTo>
                    <a:pt x="0" y="2413"/>
                  </a:lnTo>
                  <a:cubicBezTo>
                    <a:pt x="0" y="889"/>
                    <a:pt x="762" y="0"/>
                    <a:pt x="2413" y="0"/>
                  </a:cubicBezTo>
                  <a:lnTo>
                    <a:pt x="685800" y="0"/>
                  </a:lnTo>
                  <a:lnTo>
                    <a:pt x="685800" y="990600"/>
                  </a:lnTo>
                  <a:lnTo>
                    <a:pt x="2413" y="990600"/>
                  </a:lnTo>
                  <a:cubicBezTo>
                    <a:pt x="889" y="990600"/>
                    <a:pt x="0" y="989838"/>
                    <a:pt x="0" y="988187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847880" y="6228048"/>
            <a:ext cx="10592230" cy="1181963"/>
            <a:chOff x="0" y="0"/>
            <a:chExt cx="10356850" cy="1155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73025" y="73152"/>
              <a:ext cx="10210673" cy="1009396"/>
            </a:xfrm>
            <a:custGeom>
              <a:avLst/>
              <a:gdLst/>
              <a:ahLst/>
              <a:cxnLst/>
              <a:rect r="r" b="b" t="t" l="l"/>
              <a:pathLst>
                <a:path h="1009396" w="10210673">
                  <a:moveTo>
                    <a:pt x="0" y="9975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10198862" y="0"/>
                  </a:lnTo>
                  <a:cubicBezTo>
                    <a:pt x="10202164" y="0"/>
                    <a:pt x="10204958" y="1143"/>
                    <a:pt x="10207244" y="3429"/>
                  </a:cubicBezTo>
                  <a:cubicBezTo>
                    <a:pt x="10209530" y="5715"/>
                    <a:pt x="10210673" y="8509"/>
                    <a:pt x="10210673" y="11811"/>
                  </a:cubicBezTo>
                  <a:lnTo>
                    <a:pt x="10210673" y="997585"/>
                  </a:lnTo>
                  <a:cubicBezTo>
                    <a:pt x="10210673" y="1000887"/>
                    <a:pt x="10209530" y="1003681"/>
                    <a:pt x="10207244" y="1005967"/>
                  </a:cubicBezTo>
                  <a:cubicBezTo>
                    <a:pt x="10204958" y="1008253"/>
                    <a:pt x="10202164" y="1009396"/>
                    <a:pt x="10198862" y="1009396"/>
                  </a:cubicBezTo>
                  <a:lnTo>
                    <a:pt x="11938" y="1009396"/>
                  </a:lnTo>
                  <a:cubicBezTo>
                    <a:pt x="8636" y="1009396"/>
                    <a:pt x="5842" y="1008253"/>
                    <a:pt x="3556" y="1005967"/>
                  </a:cubicBezTo>
                  <a:cubicBezTo>
                    <a:pt x="1270" y="1003681"/>
                    <a:pt x="127" y="1000887"/>
                    <a:pt x="127" y="997585"/>
                  </a:cubicBezTo>
                  <a:close/>
                </a:path>
              </a:pathLst>
            </a:custGeom>
            <a:solidFill>
              <a:srgbClr val="2D3133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10229723" cy="1028573"/>
            </a:xfrm>
            <a:custGeom>
              <a:avLst/>
              <a:gdLst/>
              <a:ahLst/>
              <a:cxnLst/>
              <a:rect r="r" b="b" t="t" l="l"/>
              <a:pathLst>
                <a:path h="1028573" w="10229723">
                  <a:moveTo>
                    <a:pt x="0" y="10072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lnTo>
                    <a:pt x="12954" y="13081"/>
                  </a:lnTo>
                  <a:lnTo>
                    <a:pt x="6223" y="6350"/>
                  </a:ln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10208387" y="0"/>
                  </a:lnTo>
                  <a:lnTo>
                    <a:pt x="10208387" y="9525"/>
                  </a:lnTo>
                  <a:lnTo>
                    <a:pt x="10208387" y="0"/>
                  </a:lnTo>
                  <a:cubicBezTo>
                    <a:pt x="10214229" y="0"/>
                    <a:pt x="10219436" y="2159"/>
                    <a:pt x="10223500" y="6223"/>
                  </a:cubicBezTo>
                  <a:lnTo>
                    <a:pt x="10216769" y="12954"/>
                  </a:lnTo>
                  <a:lnTo>
                    <a:pt x="10223500" y="6223"/>
                  </a:lnTo>
                  <a:cubicBezTo>
                    <a:pt x="10227564" y="10287"/>
                    <a:pt x="10229723" y="15621"/>
                    <a:pt x="10229723" y="21336"/>
                  </a:cubicBezTo>
                  <a:lnTo>
                    <a:pt x="10229723" y="1007237"/>
                  </a:lnTo>
                  <a:cubicBezTo>
                    <a:pt x="10229723" y="1013079"/>
                    <a:pt x="10227564" y="1018286"/>
                    <a:pt x="10223500" y="1022350"/>
                  </a:cubicBezTo>
                  <a:lnTo>
                    <a:pt x="10216769" y="1015619"/>
                  </a:lnTo>
                  <a:lnTo>
                    <a:pt x="10223500" y="1022350"/>
                  </a:lnTo>
                  <a:cubicBezTo>
                    <a:pt x="10219436" y="1026414"/>
                    <a:pt x="10214102" y="1028573"/>
                    <a:pt x="10208387" y="1028573"/>
                  </a:cubicBezTo>
                  <a:lnTo>
                    <a:pt x="21463" y="1028573"/>
                  </a:lnTo>
                  <a:cubicBezTo>
                    <a:pt x="15621" y="1028573"/>
                    <a:pt x="10414" y="1026414"/>
                    <a:pt x="6350" y="1022350"/>
                  </a:cubicBezTo>
                  <a:lnTo>
                    <a:pt x="13081" y="1015619"/>
                  </a:lnTo>
                  <a:lnTo>
                    <a:pt x="6350" y="1022350"/>
                  </a:lnTo>
                  <a:cubicBezTo>
                    <a:pt x="2286" y="1018286"/>
                    <a:pt x="127" y="1012952"/>
                    <a:pt x="127" y="1007237"/>
                  </a:cubicBezTo>
                  <a:lnTo>
                    <a:pt x="9652" y="1007237"/>
                  </a:lnTo>
                  <a:lnTo>
                    <a:pt x="0" y="1007237"/>
                  </a:lnTo>
                  <a:moveTo>
                    <a:pt x="19050" y="1007237"/>
                  </a:moveTo>
                  <a:cubicBezTo>
                    <a:pt x="19050" y="1007999"/>
                    <a:pt x="19177" y="1008380"/>
                    <a:pt x="19685" y="1008888"/>
                  </a:cubicBezTo>
                  <a:cubicBezTo>
                    <a:pt x="20193" y="1009396"/>
                    <a:pt x="20574" y="1009523"/>
                    <a:pt x="21336" y="1009523"/>
                  </a:cubicBezTo>
                  <a:lnTo>
                    <a:pt x="21336" y="1019048"/>
                  </a:lnTo>
                  <a:lnTo>
                    <a:pt x="21336" y="1009650"/>
                  </a:lnTo>
                  <a:lnTo>
                    <a:pt x="10208387" y="1009650"/>
                  </a:lnTo>
                  <a:lnTo>
                    <a:pt x="10208387" y="1019175"/>
                  </a:lnTo>
                  <a:lnTo>
                    <a:pt x="10208387" y="1009650"/>
                  </a:lnTo>
                  <a:cubicBezTo>
                    <a:pt x="10209149" y="1009650"/>
                    <a:pt x="10209530" y="1009523"/>
                    <a:pt x="10210038" y="1009015"/>
                  </a:cubicBezTo>
                  <a:cubicBezTo>
                    <a:pt x="10210546" y="1008507"/>
                    <a:pt x="10210800" y="1008126"/>
                    <a:pt x="10210800" y="1007364"/>
                  </a:cubicBezTo>
                  <a:lnTo>
                    <a:pt x="10220325" y="1007364"/>
                  </a:lnTo>
                  <a:lnTo>
                    <a:pt x="10210800" y="1007364"/>
                  </a:lnTo>
                  <a:lnTo>
                    <a:pt x="10210800" y="21463"/>
                  </a:lnTo>
                  <a:lnTo>
                    <a:pt x="10220325" y="21463"/>
                  </a:lnTo>
                  <a:lnTo>
                    <a:pt x="10210800" y="21463"/>
                  </a:lnTo>
                  <a:cubicBezTo>
                    <a:pt x="10210800" y="20701"/>
                    <a:pt x="10210673" y="20320"/>
                    <a:pt x="10210038" y="19812"/>
                  </a:cubicBezTo>
                  <a:cubicBezTo>
                    <a:pt x="10209403" y="19304"/>
                    <a:pt x="10209149" y="19177"/>
                    <a:pt x="10208387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1007237"/>
                  </a:lnTo>
                  <a:close/>
                </a:path>
              </a:pathLst>
            </a:custGeom>
            <a:solidFill>
              <a:srgbClr val="65696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2550" y="82550"/>
              <a:ext cx="685800" cy="990600"/>
            </a:xfrm>
            <a:custGeom>
              <a:avLst/>
              <a:gdLst/>
              <a:ahLst/>
              <a:cxnLst/>
              <a:rect r="r" b="b" t="t" l="l"/>
              <a:pathLst>
                <a:path h="990600" w="685800">
                  <a:moveTo>
                    <a:pt x="0" y="988187"/>
                  </a:moveTo>
                  <a:lnTo>
                    <a:pt x="0" y="2413"/>
                  </a:lnTo>
                  <a:cubicBezTo>
                    <a:pt x="0" y="889"/>
                    <a:pt x="762" y="0"/>
                    <a:pt x="2413" y="0"/>
                  </a:cubicBezTo>
                  <a:lnTo>
                    <a:pt x="685800" y="0"/>
                  </a:lnTo>
                  <a:lnTo>
                    <a:pt x="685800" y="990600"/>
                  </a:lnTo>
                  <a:lnTo>
                    <a:pt x="2413" y="990600"/>
                  </a:lnTo>
                  <a:cubicBezTo>
                    <a:pt x="889" y="990600"/>
                    <a:pt x="0" y="989838"/>
                    <a:pt x="0" y="988187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847880" y="7455474"/>
            <a:ext cx="10592230" cy="1181963"/>
            <a:chOff x="0" y="0"/>
            <a:chExt cx="10356850" cy="1155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73025" y="73152"/>
              <a:ext cx="10210673" cy="1009396"/>
            </a:xfrm>
            <a:custGeom>
              <a:avLst/>
              <a:gdLst/>
              <a:ahLst/>
              <a:cxnLst/>
              <a:rect r="r" b="b" t="t" l="l"/>
              <a:pathLst>
                <a:path h="1009396" w="10210673">
                  <a:moveTo>
                    <a:pt x="0" y="9975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10198862" y="0"/>
                  </a:lnTo>
                  <a:cubicBezTo>
                    <a:pt x="10202164" y="0"/>
                    <a:pt x="10204958" y="1143"/>
                    <a:pt x="10207244" y="3429"/>
                  </a:cubicBezTo>
                  <a:cubicBezTo>
                    <a:pt x="10209530" y="5715"/>
                    <a:pt x="10210673" y="8509"/>
                    <a:pt x="10210673" y="11811"/>
                  </a:cubicBezTo>
                  <a:lnTo>
                    <a:pt x="10210673" y="997585"/>
                  </a:lnTo>
                  <a:cubicBezTo>
                    <a:pt x="10210673" y="1000887"/>
                    <a:pt x="10209530" y="1003681"/>
                    <a:pt x="10207244" y="1005967"/>
                  </a:cubicBezTo>
                  <a:cubicBezTo>
                    <a:pt x="10204958" y="1008253"/>
                    <a:pt x="10202164" y="1009396"/>
                    <a:pt x="10198862" y="1009396"/>
                  </a:cubicBezTo>
                  <a:lnTo>
                    <a:pt x="11938" y="1009396"/>
                  </a:lnTo>
                  <a:cubicBezTo>
                    <a:pt x="8636" y="1009396"/>
                    <a:pt x="5842" y="1008253"/>
                    <a:pt x="3556" y="1005967"/>
                  </a:cubicBezTo>
                  <a:cubicBezTo>
                    <a:pt x="1270" y="1003681"/>
                    <a:pt x="127" y="1000887"/>
                    <a:pt x="127" y="997585"/>
                  </a:cubicBezTo>
                  <a:close/>
                </a:path>
              </a:pathLst>
            </a:custGeom>
            <a:solidFill>
              <a:srgbClr val="2D3133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10229723" cy="1028573"/>
            </a:xfrm>
            <a:custGeom>
              <a:avLst/>
              <a:gdLst/>
              <a:ahLst/>
              <a:cxnLst/>
              <a:rect r="r" b="b" t="t" l="l"/>
              <a:pathLst>
                <a:path h="1028573" w="10229723">
                  <a:moveTo>
                    <a:pt x="0" y="10072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10208387" y="0"/>
                  </a:lnTo>
                  <a:lnTo>
                    <a:pt x="10208387" y="9525"/>
                  </a:lnTo>
                  <a:lnTo>
                    <a:pt x="10208387" y="0"/>
                  </a:lnTo>
                  <a:cubicBezTo>
                    <a:pt x="10214229" y="0"/>
                    <a:pt x="10219436" y="2159"/>
                    <a:pt x="10223500" y="6223"/>
                  </a:cubicBezTo>
                  <a:cubicBezTo>
                    <a:pt x="10227564" y="10287"/>
                    <a:pt x="10229723" y="15621"/>
                    <a:pt x="10229723" y="21336"/>
                  </a:cubicBezTo>
                  <a:lnTo>
                    <a:pt x="10229723" y="1007237"/>
                  </a:lnTo>
                  <a:cubicBezTo>
                    <a:pt x="10229723" y="1013079"/>
                    <a:pt x="10227564" y="1018286"/>
                    <a:pt x="10223500" y="1022350"/>
                  </a:cubicBezTo>
                  <a:lnTo>
                    <a:pt x="10216769" y="1015619"/>
                  </a:lnTo>
                  <a:lnTo>
                    <a:pt x="10223500" y="1022350"/>
                  </a:lnTo>
                  <a:cubicBezTo>
                    <a:pt x="10219436" y="1026414"/>
                    <a:pt x="10214102" y="1028573"/>
                    <a:pt x="10208387" y="1028573"/>
                  </a:cubicBezTo>
                  <a:lnTo>
                    <a:pt x="21463" y="1028573"/>
                  </a:lnTo>
                  <a:cubicBezTo>
                    <a:pt x="15621" y="1028573"/>
                    <a:pt x="10414" y="1026414"/>
                    <a:pt x="6350" y="1022350"/>
                  </a:cubicBezTo>
                  <a:lnTo>
                    <a:pt x="13081" y="1015619"/>
                  </a:lnTo>
                  <a:lnTo>
                    <a:pt x="6350" y="1022350"/>
                  </a:lnTo>
                  <a:cubicBezTo>
                    <a:pt x="2286" y="1018286"/>
                    <a:pt x="127" y="1012952"/>
                    <a:pt x="127" y="1007237"/>
                  </a:cubicBezTo>
                  <a:lnTo>
                    <a:pt x="9652" y="1007237"/>
                  </a:lnTo>
                  <a:lnTo>
                    <a:pt x="0" y="1007237"/>
                  </a:lnTo>
                  <a:moveTo>
                    <a:pt x="19050" y="1007237"/>
                  </a:moveTo>
                  <a:cubicBezTo>
                    <a:pt x="19050" y="1007999"/>
                    <a:pt x="19177" y="1008380"/>
                    <a:pt x="19685" y="1008888"/>
                  </a:cubicBezTo>
                  <a:cubicBezTo>
                    <a:pt x="20193" y="1009396"/>
                    <a:pt x="20574" y="1009523"/>
                    <a:pt x="21336" y="1009523"/>
                  </a:cubicBezTo>
                  <a:lnTo>
                    <a:pt x="21336" y="1019048"/>
                  </a:lnTo>
                  <a:lnTo>
                    <a:pt x="21336" y="1009650"/>
                  </a:lnTo>
                  <a:lnTo>
                    <a:pt x="10208387" y="1009650"/>
                  </a:lnTo>
                  <a:lnTo>
                    <a:pt x="10208387" y="1019175"/>
                  </a:lnTo>
                  <a:lnTo>
                    <a:pt x="10208387" y="1009650"/>
                  </a:lnTo>
                  <a:cubicBezTo>
                    <a:pt x="10209149" y="1009650"/>
                    <a:pt x="10209530" y="1009523"/>
                    <a:pt x="10210038" y="1009015"/>
                  </a:cubicBezTo>
                  <a:cubicBezTo>
                    <a:pt x="10210546" y="1008507"/>
                    <a:pt x="10210800" y="1008126"/>
                    <a:pt x="10210800" y="1007364"/>
                  </a:cubicBezTo>
                  <a:lnTo>
                    <a:pt x="10220325" y="1007364"/>
                  </a:lnTo>
                  <a:lnTo>
                    <a:pt x="10210800" y="1007364"/>
                  </a:lnTo>
                  <a:lnTo>
                    <a:pt x="10210800" y="21463"/>
                  </a:lnTo>
                  <a:lnTo>
                    <a:pt x="10220325" y="21463"/>
                  </a:lnTo>
                  <a:lnTo>
                    <a:pt x="10210800" y="21463"/>
                  </a:lnTo>
                  <a:cubicBezTo>
                    <a:pt x="10210800" y="20701"/>
                    <a:pt x="10210673" y="20320"/>
                    <a:pt x="10210038" y="19812"/>
                  </a:cubicBezTo>
                  <a:lnTo>
                    <a:pt x="10216769" y="13081"/>
                  </a:lnTo>
                  <a:lnTo>
                    <a:pt x="10210038" y="19812"/>
                  </a:lnTo>
                  <a:cubicBezTo>
                    <a:pt x="10209530" y="19304"/>
                    <a:pt x="10209149" y="19177"/>
                    <a:pt x="10208387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lnTo>
                    <a:pt x="13081" y="13081"/>
                  </a:lnTo>
                  <a:lnTo>
                    <a:pt x="19812" y="19812"/>
                  </a:ln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1007237"/>
                  </a:lnTo>
                  <a:close/>
                </a:path>
              </a:pathLst>
            </a:custGeom>
            <a:solidFill>
              <a:srgbClr val="65696B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82550" y="82550"/>
              <a:ext cx="685800" cy="990600"/>
            </a:xfrm>
            <a:custGeom>
              <a:avLst/>
              <a:gdLst/>
              <a:ahLst/>
              <a:cxnLst/>
              <a:rect r="r" b="b" t="t" l="l"/>
              <a:pathLst>
                <a:path h="990600" w="685800">
                  <a:moveTo>
                    <a:pt x="0" y="988187"/>
                  </a:moveTo>
                  <a:lnTo>
                    <a:pt x="0" y="2413"/>
                  </a:lnTo>
                  <a:cubicBezTo>
                    <a:pt x="0" y="762"/>
                    <a:pt x="762" y="0"/>
                    <a:pt x="2413" y="0"/>
                  </a:cubicBezTo>
                  <a:lnTo>
                    <a:pt x="685800" y="0"/>
                  </a:lnTo>
                  <a:lnTo>
                    <a:pt x="685800" y="990600"/>
                  </a:lnTo>
                  <a:lnTo>
                    <a:pt x="2413" y="990600"/>
                  </a:lnTo>
                  <a:cubicBezTo>
                    <a:pt x="889" y="990600"/>
                    <a:pt x="0" y="989838"/>
                    <a:pt x="0" y="988187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847880" y="8682900"/>
            <a:ext cx="10592230" cy="1181963"/>
            <a:chOff x="0" y="0"/>
            <a:chExt cx="10356850" cy="1155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73025" y="73152"/>
              <a:ext cx="10210673" cy="1009396"/>
            </a:xfrm>
            <a:custGeom>
              <a:avLst/>
              <a:gdLst/>
              <a:ahLst/>
              <a:cxnLst/>
              <a:rect r="r" b="b" t="t" l="l"/>
              <a:pathLst>
                <a:path h="1009396" w="10210673">
                  <a:moveTo>
                    <a:pt x="0" y="9975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10198862" y="0"/>
                  </a:lnTo>
                  <a:cubicBezTo>
                    <a:pt x="10202164" y="0"/>
                    <a:pt x="10204958" y="1143"/>
                    <a:pt x="10207244" y="3429"/>
                  </a:cubicBezTo>
                  <a:cubicBezTo>
                    <a:pt x="10209530" y="5715"/>
                    <a:pt x="10210673" y="8509"/>
                    <a:pt x="10210673" y="11811"/>
                  </a:cubicBezTo>
                  <a:lnTo>
                    <a:pt x="10210673" y="997585"/>
                  </a:lnTo>
                  <a:cubicBezTo>
                    <a:pt x="10210673" y="1000887"/>
                    <a:pt x="10209530" y="1003681"/>
                    <a:pt x="10207244" y="1005967"/>
                  </a:cubicBezTo>
                  <a:cubicBezTo>
                    <a:pt x="10204958" y="1008253"/>
                    <a:pt x="10202164" y="1009396"/>
                    <a:pt x="10198862" y="1009396"/>
                  </a:cubicBezTo>
                  <a:lnTo>
                    <a:pt x="11938" y="1009396"/>
                  </a:lnTo>
                  <a:cubicBezTo>
                    <a:pt x="8636" y="1009396"/>
                    <a:pt x="5842" y="1008253"/>
                    <a:pt x="3556" y="1005967"/>
                  </a:cubicBezTo>
                  <a:cubicBezTo>
                    <a:pt x="1270" y="1003681"/>
                    <a:pt x="127" y="1000887"/>
                    <a:pt x="127" y="997585"/>
                  </a:cubicBezTo>
                  <a:close/>
                </a:path>
              </a:pathLst>
            </a:custGeom>
            <a:solidFill>
              <a:srgbClr val="2D3133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63500"/>
              <a:ext cx="10229723" cy="1028573"/>
            </a:xfrm>
            <a:custGeom>
              <a:avLst/>
              <a:gdLst/>
              <a:ahLst/>
              <a:cxnLst/>
              <a:rect r="r" b="b" t="t" l="l"/>
              <a:pathLst>
                <a:path h="1028573" w="10229723">
                  <a:moveTo>
                    <a:pt x="0" y="10072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10208387" y="0"/>
                  </a:lnTo>
                  <a:lnTo>
                    <a:pt x="10208387" y="9525"/>
                  </a:lnTo>
                  <a:lnTo>
                    <a:pt x="10208387" y="0"/>
                  </a:lnTo>
                  <a:cubicBezTo>
                    <a:pt x="10214229" y="0"/>
                    <a:pt x="10219436" y="2159"/>
                    <a:pt x="10223500" y="6223"/>
                  </a:cubicBezTo>
                  <a:cubicBezTo>
                    <a:pt x="10227564" y="10287"/>
                    <a:pt x="10229723" y="15621"/>
                    <a:pt x="10229723" y="21336"/>
                  </a:cubicBezTo>
                  <a:lnTo>
                    <a:pt x="10229723" y="1007237"/>
                  </a:lnTo>
                  <a:cubicBezTo>
                    <a:pt x="10229723" y="1013079"/>
                    <a:pt x="10227564" y="1018286"/>
                    <a:pt x="10223500" y="1022350"/>
                  </a:cubicBezTo>
                  <a:lnTo>
                    <a:pt x="10216769" y="1015619"/>
                  </a:lnTo>
                  <a:lnTo>
                    <a:pt x="10223500" y="1022350"/>
                  </a:lnTo>
                  <a:cubicBezTo>
                    <a:pt x="10219436" y="1026414"/>
                    <a:pt x="10214102" y="1028573"/>
                    <a:pt x="10208387" y="1028573"/>
                  </a:cubicBezTo>
                  <a:lnTo>
                    <a:pt x="21463" y="1028573"/>
                  </a:lnTo>
                  <a:cubicBezTo>
                    <a:pt x="15621" y="1028573"/>
                    <a:pt x="10414" y="1026414"/>
                    <a:pt x="6350" y="1022350"/>
                  </a:cubicBezTo>
                  <a:lnTo>
                    <a:pt x="13081" y="1015619"/>
                  </a:lnTo>
                  <a:lnTo>
                    <a:pt x="6350" y="1022350"/>
                  </a:lnTo>
                  <a:cubicBezTo>
                    <a:pt x="2286" y="1018286"/>
                    <a:pt x="127" y="1012952"/>
                    <a:pt x="127" y="1007237"/>
                  </a:cubicBezTo>
                  <a:lnTo>
                    <a:pt x="9652" y="1007237"/>
                  </a:lnTo>
                  <a:lnTo>
                    <a:pt x="0" y="1007237"/>
                  </a:lnTo>
                  <a:moveTo>
                    <a:pt x="19050" y="1007237"/>
                  </a:moveTo>
                  <a:cubicBezTo>
                    <a:pt x="19050" y="1007999"/>
                    <a:pt x="19177" y="1008380"/>
                    <a:pt x="19685" y="1008888"/>
                  </a:cubicBezTo>
                  <a:cubicBezTo>
                    <a:pt x="20193" y="1009396"/>
                    <a:pt x="20574" y="1009523"/>
                    <a:pt x="21336" y="1009523"/>
                  </a:cubicBezTo>
                  <a:lnTo>
                    <a:pt x="21336" y="1019048"/>
                  </a:lnTo>
                  <a:lnTo>
                    <a:pt x="21336" y="1009650"/>
                  </a:lnTo>
                  <a:lnTo>
                    <a:pt x="10208387" y="1009650"/>
                  </a:lnTo>
                  <a:lnTo>
                    <a:pt x="10208387" y="1019175"/>
                  </a:lnTo>
                  <a:lnTo>
                    <a:pt x="10208387" y="1009650"/>
                  </a:lnTo>
                  <a:cubicBezTo>
                    <a:pt x="10209149" y="1009650"/>
                    <a:pt x="10209530" y="1009523"/>
                    <a:pt x="10210038" y="1009015"/>
                  </a:cubicBezTo>
                  <a:cubicBezTo>
                    <a:pt x="10210546" y="1008507"/>
                    <a:pt x="10210800" y="1008126"/>
                    <a:pt x="10210800" y="1007364"/>
                  </a:cubicBezTo>
                  <a:lnTo>
                    <a:pt x="10220325" y="1007364"/>
                  </a:lnTo>
                  <a:lnTo>
                    <a:pt x="10210800" y="1007364"/>
                  </a:lnTo>
                  <a:lnTo>
                    <a:pt x="10210800" y="21463"/>
                  </a:lnTo>
                  <a:lnTo>
                    <a:pt x="10220325" y="21463"/>
                  </a:lnTo>
                  <a:lnTo>
                    <a:pt x="10210800" y="21463"/>
                  </a:lnTo>
                  <a:cubicBezTo>
                    <a:pt x="10210800" y="20701"/>
                    <a:pt x="10210673" y="20320"/>
                    <a:pt x="10210038" y="19812"/>
                  </a:cubicBezTo>
                  <a:lnTo>
                    <a:pt x="10216769" y="13081"/>
                  </a:lnTo>
                  <a:lnTo>
                    <a:pt x="10210038" y="19812"/>
                  </a:lnTo>
                  <a:cubicBezTo>
                    <a:pt x="10209530" y="19304"/>
                    <a:pt x="10209149" y="19177"/>
                    <a:pt x="10208387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lnTo>
                    <a:pt x="13081" y="13081"/>
                  </a:lnTo>
                  <a:lnTo>
                    <a:pt x="19812" y="19812"/>
                  </a:ln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1007237"/>
                  </a:lnTo>
                  <a:close/>
                </a:path>
              </a:pathLst>
            </a:custGeom>
            <a:solidFill>
              <a:srgbClr val="65696B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82550" y="82550"/>
              <a:ext cx="685800" cy="990600"/>
            </a:xfrm>
            <a:custGeom>
              <a:avLst/>
              <a:gdLst/>
              <a:ahLst/>
              <a:cxnLst/>
              <a:rect r="r" b="b" t="t" l="l"/>
              <a:pathLst>
                <a:path h="990600" w="685800">
                  <a:moveTo>
                    <a:pt x="0" y="988187"/>
                  </a:moveTo>
                  <a:lnTo>
                    <a:pt x="0" y="2413"/>
                  </a:lnTo>
                  <a:cubicBezTo>
                    <a:pt x="0" y="762"/>
                    <a:pt x="762" y="0"/>
                    <a:pt x="2413" y="0"/>
                  </a:cubicBezTo>
                  <a:lnTo>
                    <a:pt x="685800" y="0"/>
                  </a:lnTo>
                  <a:lnTo>
                    <a:pt x="685800" y="990600"/>
                  </a:lnTo>
                  <a:lnTo>
                    <a:pt x="2413" y="990600"/>
                  </a:lnTo>
                  <a:cubicBezTo>
                    <a:pt x="889" y="990600"/>
                    <a:pt x="0" y="989838"/>
                    <a:pt x="0" y="988187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3912827" y="400146"/>
            <a:ext cx="5932131" cy="603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2"/>
              </a:lnSpc>
            </a:pPr>
            <a:r>
              <a:rPr lang="en-US" sz="3451" spc="34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Database Schema Structure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00044" y="7851822"/>
            <a:ext cx="169015" cy="35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071" spc="20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201262" y="5396970"/>
            <a:ext cx="166599" cy="35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071" spc="20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202178" y="6624396"/>
            <a:ext cx="164728" cy="35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071" spc="20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204769" y="4169544"/>
            <a:ext cx="159361" cy="35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071" spc="20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07049" y="2942118"/>
            <a:ext cx="154802" cy="35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071" spc="20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212533" y="9079248"/>
            <a:ext cx="143531" cy="35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071" spc="20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239780" y="1714692"/>
            <a:ext cx="87995" cy="35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071" spc="20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09043" y="8899109"/>
            <a:ext cx="6045142" cy="66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5" spc="17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Grade Table</a:t>
            </a:r>
          </a:p>
          <a:p>
            <a:pPr algn="l">
              <a:lnSpc>
                <a:spcPts val="1932"/>
              </a:lnSpc>
            </a:pP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PK: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GradeID | </a:t>
            </a: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FK: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StudentID, AssignmentID | </a:t>
            </a: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Fields: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Score, LetterGrade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809043" y="7671683"/>
            <a:ext cx="6788046" cy="66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5" spc="17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Status Table</a:t>
            </a:r>
          </a:p>
          <a:p>
            <a:pPr algn="l">
              <a:lnSpc>
                <a:spcPts val="1932"/>
              </a:lnSpc>
            </a:pP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PK: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StatusID | </a:t>
            </a: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FK: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StudentID, AssignmentID | </a:t>
            </a: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Fields: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Submitted, SubmissionDate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809043" y="3989404"/>
            <a:ext cx="4307272" cy="66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5" spc="17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Course Table</a:t>
            </a:r>
          </a:p>
          <a:p>
            <a:pPr algn="l">
              <a:lnSpc>
                <a:spcPts val="1932"/>
              </a:lnSpc>
            </a:pP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PK: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CourseID | </a:t>
            </a: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Fields: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Title, Credits, FacultyID (FK)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809043" y="2761978"/>
            <a:ext cx="4705825" cy="66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5" spc="17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Faculty Table</a:t>
            </a:r>
          </a:p>
          <a:p>
            <a:pPr algn="l">
              <a:lnSpc>
                <a:spcPts val="1932"/>
              </a:lnSpc>
            </a:pP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PK: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FacultyID | </a:t>
            </a: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Fields: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Name, Department, Email, Office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809043" y="1534552"/>
            <a:ext cx="4250177" cy="66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5" spc="17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Student Table</a:t>
            </a:r>
          </a:p>
          <a:p>
            <a:pPr algn="l">
              <a:lnSpc>
                <a:spcPts val="1932"/>
              </a:lnSpc>
            </a:pP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PK: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StudentID | </a:t>
            </a: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Fields: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Name, Email, Phone, Major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809043" y="5216831"/>
            <a:ext cx="5725660" cy="66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5" spc="17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Enrollment Table</a:t>
            </a:r>
          </a:p>
          <a:p>
            <a:pPr algn="l">
              <a:lnSpc>
                <a:spcPts val="1932"/>
              </a:lnSpc>
            </a:pP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PK: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EnrollmentID | </a:t>
            </a: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FK: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StudentID, CourseID | </a:t>
            </a: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Fields: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EnrollmentDate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809043" y="6444257"/>
            <a:ext cx="5788454" cy="66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6"/>
              </a:lnSpc>
            </a:pPr>
            <a:r>
              <a:rPr lang="en-US" sz="1725" spc="17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Assignment Table</a:t>
            </a:r>
          </a:p>
          <a:p>
            <a:pPr algn="l">
              <a:lnSpc>
                <a:spcPts val="1932"/>
              </a:lnSpc>
            </a:pP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PK: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AssignmentID | </a:t>
            </a: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FK: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CourseID | </a:t>
            </a:r>
            <a:r>
              <a:rPr lang="en-US" b="true" sz="138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Fields:</a:t>
            </a:r>
            <a:r>
              <a:rPr lang="en-US" sz="138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Title, DueDate, MaxPoints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3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74329" y="0"/>
            <a:ext cx="6090987" cy="10287000"/>
            <a:chOff x="0" y="0"/>
            <a:chExt cx="4286250" cy="7239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86250" cy="7239000"/>
            </a:xfrm>
            <a:custGeom>
              <a:avLst/>
              <a:gdLst/>
              <a:ahLst/>
              <a:cxnLst/>
              <a:rect r="r" b="b" t="t" l="l"/>
              <a:pathLst>
                <a:path h="7239000" w="4286250">
                  <a:moveTo>
                    <a:pt x="0" y="7239000"/>
                  </a:moveTo>
                  <a:lnTo>
                    <a:pt x="4286250" y="7239000"/>
                  </a:lnTo>
                  <a:lnTo>
                    <a:pt x="42862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96149" y="1245268"/>
            <a:ext cx="5847347" cy="7796463"/>
            <a:chOff x="0" y="0"/>
            <a:chExt cx="5486400" cy="731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54864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7286625"/>
                  </a:lnTo>
                  <a:cubicBezTo>
                    <a:pt x="0" y="7294499"/>
                    <a:pt x="2794" y="7301230"/>
                    <a:pt x="8382" y="7306818"/>
                  </a:cubicBezTo>
                  <a:cubicBezTo>
                    <a:pt x="13970" y="7312406"/>
                    <a:pt x="20701" y="7315200"/>
                    <a:pt x="28575" y="7315200"/>
                  </a:cubicBezTo>
                  <a:lnTo>
                    <a:pt x="5457825" y="7315200"/>
                  </a:lnTo>
                  <a:cubicBezTo>
                    <a:pt x="5465699" y="7315200"/>
                    <a:pt x="5472430" y="7312406"/>
                    <a:pt x="5478018" y="7306818"/>
                  </a:cubicBezTo>
                  <a:cubicBezTo>
                    <a:pt x="5483606" y="7301230"/>
                    <a:pt x="5486400" y="7294499"/>
                    <a:pt x="5486400" y="7286625"/>
                  </a:cubicBezTo>
                  <a:lnTo>
                    <a:pt x="5486400" y="28575"/>
                  </a:lnTo>
                  <a:cubicBezTo>
                    <a:pt x="5486400" y="20701"/>
                    <a:pt x="5483606" y="13970"/>
                    <a:pt x="5478018" y="8382"/>
                  </a:cubicBezTo>
                  <a:cubicBezTo>
                    <a:pt x="5472430" y="2794"/>
                    <a:pt x="5465699" y="0"/>
                    <a:pt x="545782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85181" y="1913017"/>
            <a:ext cx="911388" cy="2156656"/>
            <a:chOff x="0" y="0"/>
            <a:chExt cx="641350" cy="1517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34823" y="177800"/>
              <a:ext cx="171704" cy="1276350"/>
            </a:xfrm>
            <a:custGeom>
              <a:avLst/>
              <a:gdLst/>
              <a:ahLst/>
              <a:cxnLst/>
              <a:rect r="r" b="b" t="t" l="l"/>
              <a:pathLst>
                <a:path h="1276350" w="171704">
                  <a:moveTo>
                    <a:pt x="127" y="125488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651"/>
                  </a:cubicBezTo>
                  <a:cubicBezTo>
                    <a:pt x="16129" y="635"/>
                    <a:pt x="18796" y="0"/>
                    <a:pt x="21717" y="0"/>
                  </a:cubicBezTo>
                  <a:lnTo>
                    <a:pt x="150114" y="0"/>
                  </a:lnTo>
                  <a:cubicBezTo>
                    <a:pt x="152908" y="0"/>
                    <a:pt x="155702" y="508"/>
                    <a:pt x="158369" y="1651"/>
                  </a:cubicBezTo>
                  <a:cubicBezTo>
                    <a:pt x="161036" y="2794"/>
                    <a:pt x="163322" y="4318"/>
                    <a:pt x="165354" y="6223"/>
                  </a:cubicBezTo>
                  <a:cubicBezTo>
                    <a:pt x="167386" y="8128"/>
                    <a:pt x="168910" y="10541"/>
                    <a:pt x="170053" y="13208"/>
                  </a:cubicBezTo>
                  <a:cubicBezTo>
                    <a:pt x="171196" y="15875"/>
                    <a:pt x="171704" y="18542"/>
                    <a:pt x="171704" y="21463"/>
                  </a:cubicBezTo>
                  <a:lnTo>
                    <a:pt x="171704" y="1254887"/>
                  </a:lnTo>
                  <a:cubicBezTo>
                    <a:pt x="171704" y="1257681"/>
                    <a:pt x="171196" y="1260475"/>
                    <a:pt x="170053" y="1263142"/>
                  </a:cubicBezTo>
                  <a:cubicBezTo>
                    <a:pt x="168910" y="1265809"/>
                    <a:pt x="167386" y="1268095"/>
                    <a:pt x="165354" y="1270127"/>
                  </a:cubicBezTo>
                  <a:cubicBezTo>
                    <a:pt x="163322" y="1272159"/>
                    <a:pt x="161036" y="1273683"/>
                    <a:pt x="158369" y="1274699"/>
                  </a:cubicBezTo>
                  <a:cubicBezTo>
                    <a:pt x="155702" y="1275715"/>
                    <a:pt x="153035" y="1276350"/>
                    <a:pt x="150114" y="1276350"/>
                  </a:cubicBezTo>
                  <a:lnTo>
                    <a:pt x="21590" y="1276350"/>
                  </a:lnTo>
                  <a:cubicBezTo>
                    <a:pt x="18796" y="1276350"/>
                    <a:pt x="16002" y="1275842"/>
                    <a:pt x="13335" y="1274699"/>
                  </a:cubicBezTo>
                  <a:cubicBezTo>
                    <a:pt x="10668" y="1273556"/>
                    <a:pt x="8382" y="1272032"/>
                    <a:pt x="6350" y="1270127"/>
                  </a:cubicBezTo>
                  <a:cubicBezTo>
                    <a:pt x="4318" y="1268222"/>
                    <a:pt x="2794" y="1265809"/>
                    <a:pt x="1651" y="1263142"/>
                  </a:cubicBezTo>
                  <a:cubicBezTo>
                    <a:pt x="508" y="1260475"/>
                    <a:pt x="0" y="1257808"/>
                    <a:pt x="0" y="1254887"/>
                  </a:cubicBezTo>
                </a:path>
              </a:pathLst>
            </a:custGeom>
            <a:solidFill>
              <a:srgbClr val="4C505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514350" cy="514223"/>
            </a:xfrm>
            <a:custGeom>
              <a:avLst/>
              <a:gdLst/>
              <a:ahLst/>
              <a:cxnLst/>
              <a:rect r="r" b="b" t="t" l="l"/>
              <a:pathLst>
                <a:path h="514223" w="514350">
                  <a:moveTo>
                    <a:pt x="514350" y="257175"/>
                  </a:moveTo>
                  <a:cubicBezTo>
                    <a:pt x="514350" y="265557"/>
                    <a:pt x="513969" y="273939"/>
                    <a:pt x="513080" y="282448"/>
                  </a:cubicBezTo>
                  <a:cubicBezTo>
                    <a:pt x="512191" y="290957"/>
                    <a:pt x="511048" y="299085"/>
                    <a:pt x="509397" y="307340"/>
                  </a:cubicBezTo>
                  <a:cubicBezTo>
                    <a:pt x="507746" y="315595"/>
                    <a:pt x="505714" y="323723"/>
                    <a:pt x="503301" y="331851"/>
                  </a:cubicBezTo>
                  <a:cubicBezTo>
                    <a:pt x="500888" y="339979"/>
                    <a:pt x="497967" y="347853"/>
                    <a:pt x="494792" y="355600"/>
                  </a:cubicBezTo>
                  <a:cubicBezTo>
                    <a:pt x="491617" y="363347"/>
                    <a:pt x="487934" y="370967"/>
                    <a:pt x="483997" y="378460"/>
                  </a:cubicBezTo>
                  <a:cubicBezTo>
                    <a:pt x="480060" y="385953"/>
                    <a:pt x="475742" y="393065"/>
                    <a:pt x="471043" y="400050"/>
                  </a:cubicBezTo>
                  <a:cubicBezTo>
                    <a:pt x="466344" y="407035"/>
                    <a:pt x="461391" y="413766"/>
                    <a:pt x="456057" y="420370"/>
                  </a:cubicBezTo>
                  <a:cubicBezTo>
                    <a:pt x="450723" y="426974"/>
                    <a:pt x="445008" y="433070"/>
                    <a:pt x="439166" y="439039"/>
                  </a:cubicBezTo>
                  <a:cubicBezTo>
                    <a:pt x="433324" y="445008"/>
                    <a:pt x="426974" y="450596"/>
                    <a:pt x="420497" y="455930"/>
                  </a:cubicBezTo>
                  <a:cubicBezTo>
                    <a:pt x="414020" y="461264"/>
                    <a:pt x="407289" y="466344"/>
                    <a:pt x="400177" y="470916"/>
                  </a:cubicBezTo>
                  <a:cubicBezTo>
                    <a:pt x="393065" y="475488"/>
                    <a:pt x="385953" y="479933"/>
                    <a:pt x="378587" y="483870"/>
                  </a:cubicBezTo>
                  <a:cubicBezTo>
                    <a:pt x="371221" y="487807"/>
                    <a:pt x="363601" y="491490"/>
                    <a:pt x="355727" y="494665"/>
                  </a:cubicBezTo>
                  <a:cubicBezTo>
                    <a:pt x="347853" y="497840"/>
                    <a:pt x="339979" y="500761"/>
                    <a:pt x="331978" y="503174"/>
                  </a:cubicBezTo>
                  <a:cubicBezTo>
                    <a:pt x="323977" y="505587"/>
                    <a:pt x="315722" y="507619"/>
                    <a:pt x="307467" y="509270"/>
                  </a:cubicBezTo>
                  <a:cubicBezTo>
                    <a:pt x="299212" y="510921"/>
                    <a:pt x="290830" y="512191"/>
                    <a:pt x="282448" y="512953"/>
                  </a:cubicBezTo>
                  <a:cubicBezTo>
                    <a:pt x="274066" y="513715"/>
                    <a:pt x="265684" y="514223"/>
                    <a:pt x="257302" y="514223"/>
                  </a:cubicBezTo>
                  <a:cubicBezTo>
                    <a:pt x="248920" y="514223"/>
                    <a:pt x="240538" y="513842"/>
                    <a:pt x="232156" y="512953"/>
                  </a:cubicBezTo>
                  <a:cubicBezTo>
                    <a:pt x="223774" y="512064"/>
                    <a:pt x="215392" y="510921"/>
                    <a:pt x="207137" y="509270"/>
                  </a:cubicBezTo>
                  <a:cubicBezTo>
                    <a:pt x="198882" y="507619"/>
                    <a:pt x="190754" y="505587"/>
                    <a:pt x="182626" y="503174"/>
                  </a:cubicBezTo>
                  <a:cubicBezTo>
                    <a:pt x="174498" y="500761"/>
                    <a:pt x="166624" y="497840"/>
                    <a:pt x="158877" y="494665"/>
                  </a:cubicBezTo>
                  <a:cubicBezTo>
                    <a:pt x="151130" y="491490"/>
                    <a:pt x="143510" y="487807"/>
                    <a:pt x="136017" y="483870"/>
                  </a:cubicBezTo>
                  <a:cubicBezTo>
                    <a:pt x="128524" y="479933"/>
                    <a:pt x="121412" y="475615"/>
                    <a:pt x="114427" y="470916"/>
                  </a:cubicBezTo>
                  <a:cubicBezTo>
                    <a:pt x="107442" y="466217"/>
                    <a:pt x="100711" y="461264"/>
                    <a:pt x="94107" y="455930"/>
                  </a:cubicBezTo>
                  <a:cubicBezTo>
                    <a:pt x="87503" y="450596"/>
                    <a:pt x="81407" y="444881"/>
                    <a:pt x="75438" y="439039"/>
                  </a:cubicBezTo>
                  <a:cubicBezTo>
                    <a:pt x="69469" y="433197"/>
                    <a:pt x="63881" y="426847"/>
                    <a:pt x="58547" y="420370"/>
                  </a:cubicBezTo>
                  <a:cubicBezTo>
                    <a:pt x="53213" y="413893"/>
                    <a:pt x="48133" y="407162"/>
                    <a:pt x="43561" y="400050"/>
                  </a:cubicBezTo>
                  <a:cubicBezTo>
                    <a:pt x="38989" y="392938"/>
                    <a:pt x="34544" y="385826"/>
                    <a:pt x="30607" y="378460"/>
                  </a:cubicBezTo>
                  <a:cubicBezTo>
                    <a:pt x="26670" y="371094"/>
                    <a:pt x="22987" y="363474"/>
                    <a:pt x="19812" y="355600"/>
                  </a:cubicBezTo>
                  <a:cubicBezTo>
                    <a:pt x="16637" y="347726"/>
                    <a:pt x="13716" y="339852"/>
                    <a:pt x="11303" y="331851"/>
                  </a:cubicBezTo>
                  <a:cubicBezTo>
                    <a:pt x="8890" y="323850"/>
                    <a:pt x="6858" y="315595"/>
                    <a:pt x="5207" y="307340"/>
                  </a:cubicBezTo>
                  <a:cubicBezTo>
                    <a:pt x="3556" y="299085"/>
                    <a:pt x="2286" y="290830"/>
                    <a:pt x="1524" y="282448"/>
                  </a:cubicBezTo>
                  <a:cubicBezTo>
                    <a:pt x="762" y="274066"/>
                    <a:pt x="0" y="265557"/>
                    <a:pt x="0" y="257175"/>
                  </a:cubicBezTo>
                  <a:cubicBezTo>
                    <a:pt x="0" y="248793"/>
                    <a:pt x="381" y="240284"/>
                    <a:pt x="1270" y="231902"/>
                  </a:cubicBezTo>
                  <a:cubicBezTo>
                    <a:pt x="2159" y="223520"/>
                    <a:pt x="3302" y="215138"/>
                    <a:pt x="4953" y="206883"/>
                  </a:cubicBezTo>
                  <a:cubicBezTo>
                    <a:pt x="6604" y="198628"/>
                    <a:pt x="8636" y="190500"/>
                    <a:pt x="11049" y="182372"/>
                  </a:cubicBezTo>
                  <a:cubicBezTo>
                    <a:pt x="13462" y="174244"/>
                    <a:pt x="16383" y="166370"/>
                    <a:pt x="19558" y="158623"/>
                  </a:cubicBezTo>
                  <a:cubicBezTo>
                    <a:pt x="22733" y="150876"/>
                    <a:pt x="26416" y="143256"/>
                    <a:pt x="30353" y="135763"/>
                  </a:cubicBezTo>
                  <a:cubicBezTo>
                    <a:pt x="34290" y="128270"/>
                    <a:pt x="38608" y="121158"/>
                    <a:pt x="43307" y="114173"/>
                  </a:cubicBezTo>
                  <a:cubicBezTo>
                    <a:pt x="48006" y="107188"/>
                    <a:pt x="52959" y="100457"/>
                    <a:pt x="58293" y="93853"/>
                  </a:cubicBezTo>
                  <a:cubicBezTo>
                    <a:pt x="63627" y="87249"/>
                    <a:pt x="69342" y="81153"/>
                    <a:pt x="75184" y="75184"/>
                  </a:cubicBezTo>
                  <a:cubicBezTo>
                    <a:pt x="81026" y="69215"/>
                    <a:pt x="87376" y="63627"/>
                    <a:pt x="93853" y="58166"/>
                  </a:cubicBezTo>
                  <a:cubicBezTo>
                    <a:pt x="100330" y="52705"/>
                    <a:pt x="107061" y="47879"/>
                    <a:pt x="114173" y="43180"/>
                  </a:cubicBezTo>
                  <a:cubicBezTo>
                    <a:pt x="121285" y="38481"/>
                    <a:pt x="128397" y="34163"/>
                    <a:pt x="135763" y="30226"/>
                  </a:cubicBezTo>
                  <a:cubicBezTo>
                    <a:pt x="143129" y="26289"/>
                    <a:pt x="150749" y="22606"/>
                    <a:pt x="158623" y="19431"/>
                  </a:cubicBezTo>
                  <a:cubicBezTo>
                    <a:pt x="166497" y="16256"/>
                    <a:pt x="174371" y="13335"/>
                    <a:pt x="182372" y="10922"/>
                  </a:cubicBezTo>
                  <a:cubicBezTo>
                    <a:pt x="190373" y="8509"/>
                    <a:pt x="198628" y="6477"/>
                    <a:pt x="206883" y="4826"/>
                  </a:cubicBezTo>
                  <a:cubicBezTo>
                    <a:pt x="215138" y="3175"/>
                    <a:pt x="223520" y="1905"/>
                    <a:pt x="231902" y="1143"/>
                  </a:cubicBezTo>
                  <a:cubicBezTo>
                    <a:pt x="240284" y="381"/>
                    <a:pt x="248793" y="0"/>
                    <a:pt x="257175" y="0"/>
                  </a:cubicBezTo>
                  <a:cubicBezTo>
                    <a:pt x="265557" y="0"/>
                    <a:pt x="274066" y="381"/>
                    <a:pt x="282321" y="1270"/>
                  </a:cubicBezTo>
                  <a:cubicBezTo>
                    <a:pt x="290576" y="2159"/>
                    <a:pt x="299085" y="3302"/>
                    <a:pt x="307340" y="4953"/>
                  </a:cubicBezTo>
                  <a:cubicBezTo>
                    <a:pt x="315595" y="6604"/>
                    <a:pt x="323723" y="8636"/>
                    <a:pt x="331851" y="11049"/>
                  </a:cubicBezTo>
                  <a:cubicBezTo>
                    <a:pt x="339979" y="13462"/>
                    <a:pt x="347853" y="16383"/>
                    <a:pt x="355600" y="19558"/>
                  </a:cubicBezTo>
                  <a:cubicBezTo>
                    <a:pt x="363347" y="22733"/>
                    <a:pt x="370967" y="26416"/>
                    <a:pt x="378460" y="30353"/>
                  </a:cubicBezTo>
                  <a:cubicBezTo>
                    <a:pt x="385953" y="34290"/>
                    <a:pt x="393065" y="38608"/>
                    <a:pt x="400050" y="43307"/>
                  </a:cubicBezTo>
                  <a:cubicBezTo>
                    <a:pt x="407035" y="48006"/>
                    <a:pt x="413766" y="52959"/>
                    <a:pt x="420370" y="58293"/>
                  </a:cubicBezTo>
                  <a:cubicBezTo>
                    <a:pt x="426974" y="63627"/>
                    <a:pt x="433070" y="69342"/>
                    <a:pt x="439039" y="75311"/>
                  </a:cubicBezTo>
                  <a:cubicBezTo>
                    <a:pt x="445008" y="81280"/>
                    <a:pt x="450596" y="87503"/>
                    <a:pt x="455930" y="93980"/>
                  </a:cubicBezTo>
                  <a:cubicBezTo>
                    <a:pt x="461264" y="100457"/>
                    <a:pt x="466344" y="107188"/>
                    <a:pt x="470916" y="114300"/>
                  </a:cubicBezTo>
                  <a:cubicBezTo>
                    <a:pt x="475488" y="121412"/>
                    <a:pt x="479933" y="128524"/>
                    <a:pt x="483870" y="135890"/>
                  </a:cubicBezTo>
                  <a:cubicBezTo>
                    <a:pt x="487807" y="143256"/>
                    <a:pt x="491490" y="150876"/>
                    <a:pt x="494665" y="158750"/>
                  </a:cubicBezTo>
                  <a:cubicBezTo>
                    <a:pt x="497840" y="166624"/>
                    <a:pt x="500761" y="174498"/>
                    <a:pt x="503174" y="182499"/>
                  </a:cubicBezTo>
                  <a:cubicBezTo>
                    <a:pt x="505587" y="190500"/>
                    <a:pt x="507619" y="198755"/>
                    <a:pt x="509270" y="207010"/>
                  </a:cubicBezTo>
                  <a:cubicBezTo>
                    <a:pt x="510921" y="215265"/>
                    <a:pt x="512191" y="223647"/>
                    <a:pt x="512953" y="232029"/>
                  </a:cubicBezTo>
                  <a:cubicBezTo>
                    <a:pt x="513715" y="240411"/>
                    <a:pt x="514223" y="248793"/>
                    <a:pt x="514223" y="257302"/>
                  </a:cubicBezTo>
                </a:path>
              </a:pathLst>
            </a:custGeom>
            <a:solidFill>
              <a:srgbClr val="4C5052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31800" y="230886"/>
              <a:ext cx="28321" cy="41802"/>
            </a:xfrm>
            <a:custGeom>
              <a:avLst/>
              <a:gdLst/>
              <a:ahLst/>
              <a:cxnLst/>
              <a:rect r="r" b="b" t="t" l="l"/>
              <a:pathLst>
                <a:path h="41802" w="28321">
                  <a:moveTo>
                    <a:pt x="8636" y="30353"/>
                  </a:moveTo>
                  <a:cubicBezTo>
                    <a:pt x="11811" y="30099"/>
                    <a:pt x="13589" y="29337"/>
                    <a:pt x="15240" y="28194"/>
                  </a:cubicBezTo>
                  <a:lnTo>
                    <a:pt x="18415" y="32893"/>
                  </a:lnTo>
                  <a:lnTo>
                    <a:pt x="14097" y="29210"/>
                  </a:lnTo>
                  <a:cubicBezTo>
                    <a:pt x="15367" y="27686"/>
                    <a:pt x="16256" y="25908"/>
                    <a:pt x="16764" y="23749"/>
                  </a:cubicBezTo>
                  <a:lnTo>
                    <a:pt x="22352" y="25019"/>
                  </a:lnTo>
                  <a:lnTo>
                    <a:pt x="16637" y="25019"/>
                  </a:lnTo>
                  <a:cubicBezTo>
                    <a:pt x="16637" y="16891"/>
                    <a:pt x="15875" y="14351"/>
                    <a:pt x="15494" y="13462"/>
                  </a:cubicBezTo>
                  <a:lnTo>
                    <a:pt x="20828" y="11430"/>
                  </a:lnTo>
                  <a:lnTo>
                    <a:pt x="16129" y="14605"/>
                  </a:lnTo>
                  <a:cubicBezTo>
                    <a:pt x="15494" y="13716"/>
                    <a:pt x="13970" y="12319"/>
                    <a:pt x="12573" y="11557"/>
                  </a:cubicBezTo>
                  <a:lnTo>
                    <a:pt x="15113" y="6477"/>
                  </a:lnTo>
                  <a:lnTo>
                    <a:pt x="13716" y="11938"/>
                  </a:lnTo>
                  <a:cubicBezTo>
                    <a:pt x="13081" y="11811"/>
                    <a:pt x="10668" y="11557"/>
                    <a:pt x="5588" y="11430"/>
                  </a:cubicBezTo>
                  <a:cubicBezTo>
                    <a:pt x="2413" y="11303"/>
                    <a:pt x="0" y="8763"/>
                    <a:pt x="0" y="5588"/>
                  </a:cubicBezTo>
                  <a:cubicBezTo>
                    <a:pt x="0" y="2413"/>
                    <a:pt x="2667" y="0"/>
                    <a:pt x="5842" y="0"/>
                  </a:cubicBezTo>
                  <a:cubicBezTo>
                    <a:pt x="10541" y="127"/>
                    <a:pt x="14224" y="254"/>
                    <a:pt x="16256" y="762"/>
                  </a:cubicBezTo>
                  <a:cubicBezTo>
                    <a:pt x="16383" y="762"/>
                    <a:pt x="16510" y="762"/>
                    <a:pt x="16637" y="889"/>
                  </a:cubicBezTo>
                  <a:cubicBezTo>
                    <a:pt x="17018" y="1016"/>
                    <a:pt x="17399" y="1143"/>
                    <a:pt x="17780" y="1270"/>
                  </a:cubicBezTo>
                  <a:cubicBezTo>
                    <a:pt x="20955" y="2794"/>
                    <a:pt x="24003" y="5461"/>
                    <a:pt x="25781" y="8128"/>
                  </a:cubicBezTo>
                  <a:cubicBezTo>
                    <a:pt x="26035" y="8509"/>
                    <a:pt x="26162" y="8890"/>
                    <a:pt x="26416" y="9271"/>
                  </a:cubicBezTo>
                  <a:cubicBezTo>
                    <a:pt x="27559" y="12319"/>
                    <a:pt x="28321" y="16510"/>
                    <a:pt x="28321" y="25019"/>
                  </a:cubicBezTo>
                  <a:cubicBezTo>
                    <a:pt x="28321" y="25400"/>
                    <a:pt x="28321" y="25781"/>
                    <a:pt x="28194" y="26289"/>
                  </a:cubicBezTo>
                  <a:cubicBezTo>
                    <a:pt x="27305" y="30099"/>
                    <a:pt x="25654" y="33655"/>
                    <a:pt x="23114" y="36703"/>
                  </a:cubicBezTo>
                  <a:cubicBezTo>
                    <a:pt x="22733" y="37084"/>
                    <a:pt x="22352" y="37465"/>
                    <a:pt x="21971" y="37719"/>
                  </a:cubicBezTo>
                  <a:cubicBezTo>
                    <a:pt x="18415" y="40132"/>
                    <a:pt x="14859" y="41275"/>
                    <a:pt x="10033" y="41783"/>
                  </a:cubicBezTo>
                  <a:cubicBezTo>
                    <a:pt x="6858" y="42037"/>
                    <a:pt x="4064" y="39751"/>
                    <a:pt x="3810" y="36703"/>
                  </a:cubicBezTo>
                  <a:cubicBezTo>
                    <a:pt x="3556" y="33655"/>
                    <a:pt x="5842" y="30734"/>
                    <a:pt x="8890" y="3048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90792" y="230868"/>
              <a:ext cx="47079" cy="41801"/>
            </a:xfrm>
            <a:custGeom>
              <a:avLst/>
              <a:gdLst/>
              <a:ahLst/>
              <a:cxnLst/>
              <a:rect r="r" b="b" t="t" l="l"/>
              <a:pathLst>
                <a:path h="41801" w="47079">
                  <a:moveTo>
                    <a:pt x="18758" y="11321"/>
                  </a:moveTo>
                  <a:cubicBezTo>
                    <a:pt x="15837" y="11448"/>
                    <a:pt x="13932" y="12337"/>
                    <a:pt x="13551" y="12591"/>
                  </a:cubicBezTo>
                  <a:lnTo>
                    <a:pt x="10503" y="7765"/>
                  </a:lnTo>
                  <a:lnTo>
                    <a:pt x="14440" y="11956"/>
                  </a:lnTo>
                  <a:cubicBezTo>
                    <a:pt x="13043" y="13353"/>
                    <a:pt x="12662" y="13861"/>
                    <a:pt x="11773" y="15639"/>
                  </a:cubicBezTo>
                  <a:lnTo>
                    <a:pt x="6566" y="13226"/>
                  </a:lnTo>
                  <a:lnTo>
                    <a:pt x="12154" y="14369"/>
                  </a:lnTo>
                  <a:cubicBezTo>
                    <a:pt x="11646" y="17163"/>
                    <a:pt x="11646" y="24402"/>
                    <a:pt x="11900" y="26053"/>
                  </a:cubicBezTo>
                  <a:lnTo>
                    <a:pt x="6312" y="26942"/>
                  </a:lnTo>
                  <a:lnTo>
                    <a:pt x="11773" y="25164"/>
                  </a:lnTo>
                  <a:cubicBezTo>
                    <a:pt x="12408" y="26942"/>
                    <a:pt x="13424" y="28720"/>
                    <a:pt x="13805" y="29101"/>
                  </a:cubicBezTo>
                  <a:lnTo>
                    <a:pt x="9614" y="33038"/>
                  </a:lnTo>
                  <a:lnTo>
                    <a:pt x="12916" y="28339"/>
                  </a:lnTo>
                  <a:cubicBezTo>
                    <a:pt x="14694" y="29609"/>
                    <a:pt x="15329" y="29863"/>
                    <a:pt x="17107" y="30371"/>
                  </a:cubicBezTo>
                  <a:lnTo>
                    <a:pt x="15583" y="35832"/>
                  </a:lnTo>
                  <a:lnTo>
                    <a:pt x="15964" y="30117"/>
                  </a:lnTo>
                  <a:cubicBezTo>
                    <a:pt x="17996" y="30244"/>
                    <a:pt x="26378" y="30371"/>
                    <a:pt x="41364" y="30371"/>
                  </a:cubicBezTo>
                  <a:cubicBezTo>
                    <a:pt x="44539" y="30371"/>
                    <a:pt x="47079" y="32911"/>
                    <a:pt x="47079" y="36086"/>
                  </a:cubicBezTo>
                  <a:cubicBezTo>
                    <a:pt x="47079" y="39261"/>
                    <a:pt x="44539" y="41801"/>
                    <a:pt x="41364" y="41801"/>
                  </a:cubicBezTo>
                  <a:cubicBezTo>
                    <a:pt x="26632" y="41801"/>
                    <a:pt x="17742" y="41674"/>
                    <a:pt x="15202" y="41547"/>
                  </a:cubicBezTo>
                  <a:cubicBezTo>
                    <a:pt x="14821" y="41547"/>
                    <a:pt x="14440" y="41420"/>
                    <a:pt x="14059" y="41420"/>
                  </a:cubicBezTo>
                  <a:cubicBezTo>
                    <a:pt x="11011" y="40531"/>
                    <a:pt x="9106" y="39769"/>
                    <a:pt x="6185" y="37737"/>
                  </a:cubicBezTo>
                  <a:cubicBezTo>
                    <a:pt x="5931" y="37483"/>
                    <a:pt x="5550" y="37229"/>
                    <a:pt x="5296" y="36975"/>
                  </a:cubicBezTo>
                  <a:cubicBezTo>
                    <a:pt x="3645" y="35197"/>
                    <a:pt x="1613" y="31895"/>
                    <a:pt x="597" y="28720"/>
                  </a:cubicBezTo>
                  <a:cubicBezTo>
                    <a:pt x="470" y="28466"/>
                    <a:pt x="470" y="28212"/>
                    <a:pt x="343" y="27831"/>
                  </a:cubicBezTo>
                  <a:cubicBezTo>
                    <a:pt x="-165" y="24910"/>
                    <a:pt x="-165" y="16274"/>
                    <a:pt x="724" y="12083"/>
                  </a:cubicBezTo>
                  <a:cubicBezTo>
                    <a:pt x="851" y="11575"/>
                    <a:pt x="978" y="11194"/>
                    <a:pt x="1105" y="10813"/>
                  </a:cubicBezTo>
                  <a:cubicBezTo>
                    <a:pt x="2502" y="7765"/>
                    <a:pt x="3645" y="6114"/>
                    <a:pt x="6185" y="3701"/>
                  </a:cubicBezTo>
                  <a:cubicBezTo>
                    <a:pt x="6439" y="3447"/>
                    <a:pt x="6693" y="3193"/>
                    <a:pt x="7074" y="3066"/>
                  </a:cubicBezTo>
                  <a:cubicBezTo>
                    <a:pt x="7201" y="2939"/>
                    <a:pt x="7328" y="2939"/>
                    <a:pt x="7455" y="2812"/>
                  </a:cubicBezTo>
                  <a:cubicBezTo>
                    <a:pt x="9487" y="1542"/>
                    <a:pt x="13297" y="272"/>
                    <a:pt x="17869" y="18"/>
                  </a:cubicBezTo>
                  <a:cubicBezTo>
                    <a:pt x="21044" y="-236"/>
                    <a:pt x="23711" y="2177"/>
                    <a:pt x="23965" y="5352"/>
                  </a:cubicBezTo>
                  <a:cubicBezTo>
                    <a:pt x="24219" y="8527"/>
                    <a:pt x="21806" y="11194"/>
                    <a:pt x="18631" y="1144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40803" y="293365"/>
              <a:ext cx="35808" cy="38475"/>
            </a:xfrm>
            <a:custGeom>
              <a:avLst/>
              <a:gdLst/>
              <a:ahLst/>
              <a:cxnLst/>
              <a:rect r="r" b="b" t="t" l="l"/>
              <a:pathLst>
                <a:path h="38475" w="35808">
                  <a:moveTo>
                    <a:pt x="30215" y="11562"/>
                  </a:moveTo>
                  <a:cubicBezTo>
                    <a:pt x="25897" y="11816"/>
                    <a:pt x="24119" y="12197"/>
                    <a:pt x="22468" y="12705"/>
                  </a:cubicBezTo>
                  <a:lnTo>
                    <a:pt x="20690" y="7244"/>
                  </a:lnTo>
                  <a:lnTo>
                    <a:pt x="23230" y="12324"/>
                  </a:lnTo>
                  <a:cubicBezTo>
                    <a:pt x="21452" y="13213"/>
                    <a:pt x="19674" y="14356"/>
                    <a:pt x="16753" y="17150"/>
                  </a:cubicBezTo>
                  <a:lnTo>
                    <a:pt x="12816" y="12959"/>
                  </a:lnTo>
                  <a:lnTo>
                    <a:pt x="17515" y="16261"/>
                  </a:lnTo>
                  <a:cubicBezTo>
                    <a:pt x="15483" y="19182"/>
                    <a:pt x="14086" y="22103"/>
                    <a:pt x="12816" y="26294"/>
                  </a:cubicBezTo>
                  <a:lnTo>
                    <a:pt x="7355" y="24643"/>
                  </a:lnTo>
                  <a:lnTo>
                    <a:pt x="12943" y="25786"/>
                  </a:lnTo>
                  <a:lnTo>
                    <a:pt x="11292" y="33914"/>
                  </a:lnTo>
                  <a:cubicBezTo>
                    <a:pt x="10657" y="36962"/>
                    <a:pt x="7609" y="38994"/>
                    <a:pt x="4561" y="38359"/>
                  </a:cubicBezTo>
                  <a:cubicBezTo>
                    <a:pt x="1513" y="37724"/>
                    <a:pt x="-519" y="34676"/>
                    <a:pt x="116" y="31628"/>
                  </a:cubicBezTo>
                  <a:lnTo>
                    <a:pt x="1767" y="23500"/>
                  </a:lnTo>
                  <a:cubicBezTo>
                    <a:pt x="1767" y="23373"/>
                    <a:pt x="1894" y="23119"/>
                    <a:pt x="1894" y="22992"/>
                  </a:cubicBezTo>
                  <a:cubicBezTo>
                    <a:pt x="3418" y="17785"/>
                    <a:pt x="5323" y="13721"/>
                    <a:pt x="8244" y="9657"/>
                  </a:cubicBezTo>
                  <a:cubicBezTo>
                    <a:pt x="8498" y="9403"/>
                    <a:pt x="8752" y="9022"/>
                    <a:pt x="9006" y="8768"/>
                  </a:cubicBezTo>
                  <a:cubicBezTo>
                    <a:pt x="12562" y="5339"/>
                    <a:pt x="15356" y="3434"/>
                    <a:pt x="18277" y="2037"/>
                  </a:cubicBezTo>
                  <a:cubicBezTo>
                    <a:pt x="18531" y="1910"/>
                    <a:pt x="18785" y="1783"/>
                    <a:pt x="19039" y="1783"/>
                  </a:cubicBezTo>
                  <a:cubicBezTo>
                    <a:pt x="21960" y="767"/>
                    <a:pt x="24881" y="259"/>
                    <a:pt x="29834" y="5"/>
                  </a:cubicBezTo>
                  <a:cubicBezTo>
                    <a:pt x="33009" y="-122"/>
                    <a:pt x="35676" y="2291"/>
                    <a:pt x="35803" y="5466"/>
                  </a:cubicBezTo>
                  <a:cubicBezTo>
                    <a:pt x="35930" y="8641"/>
                    <a:pt x="33517" y="11308"/>
                    <a:pt x="30342" y="11435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26568" y="261239"/>
              <a:ext cx="220091" cy="11430"/>
            </a:xfrm>
            <a:custGeom>
              <a:avLst/>
              <a:gdLst/>
              <a:ahLst/>
              <a:cxnLst/>
              <a:rect r="r" b="b" t="t" l="l"/>
              <a:pathLst>
                <a:path h="11430" w="220091">
                  <a:moveTo>
                    <a:pt x="5715" y="0"/>
                  </a:moveTo>
                  <a:lnTo>
                    <a:pt x="214376" y="0"/>
                  </a:lnTo>
                  <a:cubicBezTo>
                    <a:pt x="217551" y="0"/>
                    <a:pt x="220091" y="2540"/>
                    <a:pt x="220091" y="5715"/>
                  </a:cubicBezTo>
                  <a:cubicBezTo>
                    <a:pt x="220091" y="8890"/>
                    <a:pt x="217551" y="11430"/>
                    <a:pt x="214376" y="11430"/>
                  </a:cubicBez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14323" y="261161"/>
              <a:ext cx="37367" cy="158779"/>
            </a:xfrm>
            <a:custGeom>
              <a:avLst/>
              <a:gdLst/>
              <a:ahLst/>
              <a:cxnLst/>
              <a:rect r="r" b="b" t="t" l="l"/>
              <a:pathLst>
                <a:path h="158779" w="37367">
                  <a:moveTo>
                    <a:pt x="26113" y="154129"/>
                  </a:moveTo>
                  <a:lnTo>
                    <a:pt x="78" y="6682"/>
                  </a:lnTo>
                  <a:cubicBezTo>
                    <a:pt x="-430" y="3634"/>
                    <a:pt x="1602" y="586"/>
                    <a:pt x="4650" y="78"/>
                  </a:cubicBezTo>
                  <a:cubicBezTo>
                    <a:pt x="7698" y="-430"/>
                    <a:pt x="10746" y="1602"/>
                    <a:pt x="11254" y="4650"/>
                  </a:cubicBezTo>
                  <a:lnTo>
                    <a:pt x="37289" y="152097"/>
                  </a:lnTo>
                  <a:cubicBezTo>
                    <a:pt x="37797" y="155145"/>
                    <a:pt x="35765" y="158193"/>
                    <a:pt x="32717" y="158701"/>
                  </a:cubicBezTo>
                  <a:cubicBezTo>
                    <a:pt x="29669" y="159209"/>
                    <a:pt x="26621" y="157177"/>
                    <a:pt x="26113" y="154129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15925" y="408432"/>
              <a:ext cx="35814" cy="11557"/>
            </a:xfrm>
            <a:custGeom>
              <a:avLst/>
              <a:gdLst/>
              <a:ahLst/>
              <a:cxnLst/>
              <a:rect r="r" b="b" t="t" l="l"/>
              <a:pathLst>
                <a:path h="11557" w="35814">
                  <a:moveTo>
                    <a:pt x="30099" y="11557"/>
                  </a:move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lnTo>
                    <a:pt x="30099" y="127"/>
                  </a:lnTo>
                  <a:cubicBezTo>
                    <a:pt x="33274" y="127"/>
                    <a:pt x="35814" y="2667"/>
                    <a:pt x="35814" y="5842"/>
                  </a:cubicBezTo>
                  <a:cubicBezTo>
                    <a:pt x="35814" y="9017"/>
                    <a:pt x="33274" y="11557"/>
                    <a:pt x="30099" y="1155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97394" y="315098"/>
              <a:ext cx="29951" cy="104881"/>
            </a:xfrm>
            <a:custGeom>
              <a:avLst/>
              <a:gdLst/>
              <a:ahLst/>
              <a:cxnLst/>
              <a:rect r="r" b="b" t="t" l="l"/>
              <a:pathLst>
                <a:path h="104881" w="29951">
                  <a:moveTo>
                    <a:pt x="18658" y="100192"/>
                  </a:moveTo>
                  <a:lnTo>
                    <a:pt x="116" y="6847"/>
                  </a:lnTo>
                  <a:cubicBezTo>
                    <a:pt x="-519" y="3799"/>
                    <a:pt x="1513" y="751"/>
                    <a:pt x="4561" y="116"/>
                  </a:cubicBezTo>
                  <a:cubicBezTo>
                    <a:pt x="7609" y="-519"/>
                    <a:pt x="10657" y="1513"/>
                    <a:pt x="11292" y="4561"/>
                  </a:cubicBezTo>
                  <a:lnTo>
                    <a:pt x="29834" y="98033"/>
                  </a:lnTo>
                  <a:cubicBezTo>
                    <a:pt x="30469" y="101081"/>
                    <a:pt x="28437" y="104129"/>
                    <a:pt x="25389" y="104764"/>
                  </a:cubicBezTo>
                  <a:cubicBezTo>
                    <a:pt x="22341" y="105399"/>
                    <a:pt x="19293" y="103367"/>
                    <a:pt x="18658" y="100319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98755" y="408559"/>
              <a:ext cx="35814" cy="11557"/>
            </a:xfrm>
            <a:custGeom>
              <a:avLst/>
              <a:gdLst/>
              <a:ahLst/>
              <a:cxnLst/>
              <a:rect r="r" b="b" t="t" l="l"/>
              <a:pathLst>
                <a:path h="11557" w="35814">
                  <a:moveTo>
                    <a:pt x="30099" y="11430"/>
                  </a:moveTo>
                  <a:lnTo>
                    <a:pt x="5715" y="11557"/>
                  </a:lnTo>
                  <a:cubicBezTo>
                    <a:pt x="2540" y="11557"/>
                    <a:pt x="0" y="9017"/>
                    <a:pt x="0" y="5842"/>
                  </a:cubicBezTo>
                  <a:cubicBezTo>
                    <a:pt x="0" y="2667"/>
                    <a:pt x="2540" y="127"/>
                    <a:pt x="5715" y="127"/>
                  </a:cubicBezTo>
                  <a:lnTo>
                    <a:pt x="30099" y="0"/>
                  </a:lnTo>
                  <a:cubicBezTo>
                    <a:pt x="33274" y="0"/>
                    <a:pt x="35814" y="2540"/>
                    <a:pt x="35814" y="5715"/>
                  </a:cubicBezTo>
                  <a:cubicBezTo>
                    <a:pt x="35814" y="8890"/>
                    <a:pt x="33274" y="11430"/>
                    <a:pt x="30099" y="1143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98771" y="261128"/>
              <a:ext cx="37687" cy="158845"/>
            </a:xfrm>
            <a:custGeom>
              <a:avLst/>
              <a:gdLst/>
              <a:ahLst/>
              <a:cxnLst/>
              <a:rect r="r" b="b" t="t" l="l"/>
              <a:pathLst>
                <a:path h="158845" w="37687">
                  <a:moveTo>
                    <a:pt x="37576" y="6842"/>
                  </a:moveTo>
                  <a:lnTo>
                    <a:pt x="11287" y="154162"/>
                  </a:lnTo>
                  <a:cubicBezTo>
                    <a:pt x="10779" y="157210"/>
                    <a:pt x="7731" y="159369"/>
                    <a:pt x="4683" y="158734"/>
                  </a:cubicBezTo>
                  <a:cubicBezTo>
                    <a:pt x="1635" y="158099"/>
                    <a:pt x="-524" y="155178"/>
                    <a:pt x="111" y="152130"/>
                  </a:cubicBezTo>
                  <a:lnTo>
                    <a:pt x="26400" y="4683"/>
                  </a:lnTo>
                  <a:cubicBezTo>
                    <a:pt x="26908" y="1635"/>
                    <a:pt x="29956" y="-524"/>
                    <a:pt x="33004" y="111"/>
                  </a:cubicBezTo>
                  <a:cubicBezTo>
                    <a:pt x="36052" y="746"/>
                    <a:pt x="38211" y="3667"/>
                    <a:pt x="37576" y="6715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03581" y="230886"/>
              <a:ext cx="239522" cy="11430"/>
            </a:xfrm>
            <a:custGeom>
              <a:avLst/>
              <a:gdLst/>
              <a:ahLst/>
              <a:cxnLst/>
              <a:rect r="r" b="b" t="t" l="l"/>
              <a:pathLst>
                <a:path h="11430" w="239522">
                  <a:moveTo>
                    <a:pt x="233807" y="11430"/>
                  </a:move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lnTo>
                    <a:pt x="233807" y="0"/>
                  </a:lnTo>
                  <a:cubicBezTo>
                    <a:pt x="236982" y="0"/>
                    <a:pt x="239522" y="2540"/>
                    <a:pt x="239522" y="5715"/>
                  </a:cubicBezTo>
                  <a:cubicBezTo>
                    <a:pt x="239522" y="8890"/>
                    <a:pt x="236982" y="11430"/>
                    <a:pt x="233807" y="1143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68378" y="293168"/>
              <a:ext cx="40186" cy="33354"/>
            </a:xfrm>
            <a:custGeom>
              <a:avLst/>
              <a:gdLst/>
              <a:ahLst/>
              <a:cxnLst/>
              <a:rect r="r" b="b" t="t" l="l"/>
              <a:pathLst>
                <a:path h="33354" w="40186">
                  <a:moveTo>
                    <a:pt x="28878" y="27888"/>
                  </a:moveTo>
                  <a:cubicBezTo>
                    <a:pt x="28751" y="25221"/>
                    <a:pt x="27989" y="22808"/>
                    <a:pt x="26846" y="20522"/>
                  </a:cubicBezTo>
                  <a:cubicBezTo>
                    <a:pt x="25576" y="18236"/>
                    <a:pt x="23925" y="16331"/>
                    <a:pt x="21766" y="14807"/>
                  </a:cubicBezTo>
                  <a:lnTo>
                    <a:pt x="25068" y="10235"/>
                  </a:lnTo>
                  <a:lnTo>
                    <a:pt x="21766" y="14807"/>
                  </a:lnTo>
                  <a:cubicBezTo>
                    <a:pt x="19607" y="13283"/>
                    <a:pt x="17321" y="12267"/>
                    <a:pt x="14781" y="11759"/>
                  </a:cubicBezTo>
                  <a:cubicBezTo>
                    <a:pt x="12241" y="11251"/>
                    <a:pt x="9701" y="11378"/>
                    <a:pt x="7161" y="12013"/>
                  </a:cubicBezTo>
                  <a:cubicBezTo>
                    <a:pt x="4113" y="12775"/>
                    <a:pt x="938" y="10997"/>
                    <a:pt x="176" y="7949"/>
                  </a:cubicBezTo>
                  <a:cubicBezTo>
                    <a:pt x="-586" y="4901"/>
                    <a:pt x="1192" y="1726"/>
                    <a:pt x="4240" y="964"/>
                  </a:cubicBezTo>
                  <a:cubicBezTo>
                    <a:pt x="8431" y="-179"/>
                    <a:pt x="12622" y="-306"/>
                    <a:pt x="16813" y="583"/>
                  </a:cubicBezTo>
                  <a:lnTo>
                    <a:pt x="15797" y="6171"/>
                  </a:lnTo>
                  <a:lnTo>
                    <a:pt x="16813" y="583"/>
                  </a:lnTo>
                  <a:cubicBezTo>
                    <a:pt x="21004" y="1345"/>
                    <a:pt x="24941" y="3123"/>
                    <a:pt x="28370" y="5663"/>
                  </a:cubicBezTo>
                  <a:cubicBezTo>
                    <a:pt x="31799" y="8203"/>
                    <a:pt x="34593" y="11378"/>
                    <a:pt x="36752" y="15188"/>
                  </a:cubicBezTo>
                  <a:lnTo>
                    <a:pt x="31799" y="17855"/>
                  </a:lnTo>
                  <a:lnTo>
                    <a:pt x="36752" y="15188"/>
                  </a:lnTo>
                  <a:cubicBezTo>
                    <a:pt x="38784" y="18998"/>
                    <a:pt x="39927" y="23062"/>
                    <a:pt x="40181" y="27380"/>
                  </a:cubicBezTo>
                  <a:cubicBezTo>
                    <a:pt x="40308" y="30555"/>
                    <a:pt x="37895" y="33222"/>
                    <a:pt x="34847" y="33349"/>
                  </a:cubicBezTo>
                  <a:cubicBezTo>
                    <a:pt x="31799" y="33476"/>
                    <a:pt x="29005" y="31063"/>
                    <a:pt x="28878" y="28015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65049" y="293497"/>
              <a:ext cx="114681" cy="11430"/>
            </a:xfrm>
            <a:custGeom>
              <a:avLst/>
              <a:gdLst/>
              <a:ahLst/>
              <a:cxnLst/>
              <a:rect r="r" b="b" t="t" l="l"/>
              <a:pathLst>
                <a:path h="11430" w="114681">
                  <a:moveTo>
                    <a:pt x="108966" y="11430"/>
                  </a:move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lnTo>
                    <a:pt x="108966" y="0"/>
                  </a:lnTo>
                  <a:cubicBezTo>
                    <a:pt x="112141" y="0"/>
                    <a:pt x="114681" y="2540"/>
                    <a:pt x="114681" y="5715"/>
                  </a:cubicBezTo>
                  <a:cubicBezTo>
                    <a:pt x="114681" y="8890"/>
                    <a:pt x="112141" y="11430"/>
                    <a:pt x="108966" y="1143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23144" y="320559"/>
              <a:ext cx="28945" cy="99293"/>
            </a:xfrm>
            <a:custGeom>
              <a:avLst/>
              <a:gdLst/>
              <a:ahLst/>
              <a:cxnLst/>
              <a:rect r="r" b="b" t="t" l="l"/>
              <a:pathLst>
                <a:path h="99293" w="28945">
                  <a:moveTo>
                    <a:pt x="28824" y="6847"/>
                  </a:moveTo>
                  <a:lnTo>
                    <a:pt x="11298" y="94731"/>
                  </a:lnTo>
                  <a:cubicBezTo>
                    <a:pt x="10663" y="97779"/>
                    <a:pt x="7742" y="99811"/>
                    <a:pt x="4567" y="99176"/>
                  </a:cubicBezTo>
                  <a:cubicBezTo>
                    <a:pt x="1392" y="98541"/>
                    <a:pt x="-513" y="95620"/>
                    <a:pt x="122" y="92445"/>
                  </a:cubicBezTo>
                  <a:lnTo>
                    <a:pt x="17648" y="4561"/>
                  </a:lnTo>
                  <a:cubicBezTo>
                    <a:pt x="18283" y="1513"/>
                    <a:pt x="21204" y="-519"/>
                    <a:pt x="24379" y="116"/>
                  </a:cubicBezTo>
                  <a:cubicBezTo>
                    <a:pt x="27554" y="751"/>
                    <a:pt x="29459" y="3672"/>
                    <a:pt x="28824" y="684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150640" y="4335876"/>
            <a:ext cx="911388" cy="2549186"/>
            <a:chOff x="0" y="0"/>
            <a:chExt cx="641350" cy="17938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34823" y="177800"/>
              <a:ext cx="171704" cy="1552575"/>
            </a:xfrm>
            <a:custGeom>
              <a:avLst/>
              <a:gdLst/>
              <a:ahLst/>
              <a:cxnLst/>
              <a:rect r="r" b="b" t="t" l="l"/>
              <a:pathLst>
                <a:path h="1552575" w="171704">
                  <a:moveTo>
                    <a:pt x="127" y="1531112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651"/>
                  </a:cubicBezTo>
                  <a:cubicBezTo>
                    <a:pt x="16129" y="635"/>
                    <a:pt x="18796" y="0"/>
                    <a:pt x="21717" y="0"/>
                  </a:cubicBezTo>
                  <a:lnTo>
                    <a:pt x="150114" y="0"/>
                  </a:lnTo>
                  <a:cubicBezTo>
                    <a:pt x="152908" y="0"/>
                    <a:pt x="155702" y="508"/>
                    <a:pt x="158369" y="1651"/>
                  </a:cubicBezTo>
                  <a:cubicBezTo>
                    <a:pt x="161036" y="2794"/>
                    <a:pt x="163322" y="4318"/>
                    <a:pt x="165354" y="6223"/>
                  </a:cubicBezTo>
                  <a:cubicBezTo>
                    <a:pt x="167386" y="8128"/>
                    <a:pt x="168910" y="10541"/>
                    <a:pt x="170053" y="13208"/>
                  </a:cubicBezTo>
                  <a:cubicBezTo>
                    <a:pt x="171196" y="15875"/>
                    <a:pt x="171704" y="18542"/>
                    <a:pt x="171704" y="21463"/>
                  </a:cubicBezTo>
                  <a:lnTo>
                    <a:pt x="171704" y="1531112"/>
                  </a:lnTo>
                  <a:cubicBezTo>
                    <a:pt x="171704" y="1533906"/>
                    <a:pt x="171196" y="1536700"/>
                    <a:pt x="170053" y="1539367"/>
                  </a:cubicBezTo>
                  <a:cubicBezTo>
                    <a:pt x="168910" y="1542034"/>
                    <a:pt x="167386" y="1544320"/>
                    <a:pt x="165354" y="1546352"/>
                  </a:cubicBezTo>
                  <a:cubicBezTo>
                    <a:pt x="163322" y="1548384"/>
                    <a:pt x="161036" y="1549908"/>
                    <a:pt x="158369" y="1550924"/>
                  </a:cubicBezTo>
                  <a:cubicBezTo>
                    <a:pt x="155702" y="1551940"/>
                    <a:pt x="153035" y="1552575"/>
                    <a:pt x="150114" y="1552575"/>
                  </a:cubicBezTo>
                  <a:lnTo>
                    <a:pt x="21590" y="1552575"/>
                  </a:lnTo>
                  <a:cubicBezTo>
                    <a:pt x="18796" y="1552575"/>
                    <a:pt x="16002" y="1552067"/>
                    <a:pt x="13335" y="1550924"/>
                  </a:cubicBezTo>
                  <a:cubicBezTo>
                    <a:pt x="10668" y="1549781"/>
                    <a:pt x="8382" y="1548257"/>
                    <a:pt x="6350" y="1546352"/>
                  </a:cubicBezTo>
                  <a:cubicBezTo>
                    <a:pt x="4318" y="1544447"/>
                    <a:pt x="2794" y="1542034"/>
                    <a:pt x="1651" y="1539367"/>
                  </a:cubicBezTo>
                  <a:cubicBezTo>
                    <a:pt x="508" y="1536700"/>
                    <a:pt x="0" y="1534033"/>
                    <a:pt x="0" y="1531112"/>
                  </a:cubicBezTo>
                </a:path>
              </a:pathLst>
            </a:custGeom>
            <a:solidFill>
              <a:srgbClr val="4C5052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514350" cy="514223"/>
            </a:xfrm>
            <a:custGeom>
              <a:avLst/>
              <a:gdLst/>
              <a:ahLst/>
              <a:cxnLst/>
              <a:rect r="r" b="b" t="t" l="l"/>
              <a:pathLst>
                <a:path h="514223" w="514350">
                  <a:moveTo>
                    <a:pt x="514350" y="257175"/>
                  </a:moveTo>
                  <a:cubicBezTo>
                    <a:pt x="514350" y="265557"/>
                    <a:pt x="513969" y="273939"/>
                    <a:pt x="513080" y="282448"/>
                  </a:cubicBezTo>
                  <a:cubicBezTo>
                    <a:pt x="512191" y="290957"/>
                    <a:pt x="511048" y="299085"/>
                    <a:pt x="509397" y="307340"/>
                  </a:cubicBezTo>
                  <a:cubicBezTo>
                    <a:pt x="507746" y="315595"/>
                    <a:pt x="505714" y="323723"/>
                    <a:pt x="503301" y="331851"/>
                  </a:cubicBezTo>
                  <a:cubicBezTo>
                    <a:pt x="500888" y="339979"/>
                    <a:pt x="497967" y="347853"/>
                    <a:pt x="494792" y="355600"/>
                  </a:cubicBezTo>
                  <a:cubicBezTo>
                    <a:pt x="491617" y="363347"/>
                    <a:pt x="487934" y="370967"/>
                    <a:pt x="483997" y="378460"/>
                  </a:cubicBezTo>
                  <a:cubicBezTo>
                    <a:pt x="480060" y="385953"/>
                    <a:pt x="475742" y="393065"/>
                    <a:pt x="471043" y="400050"/>
                  </a:cubicBezTo>
                  <a:cubicBezTo>
                    <a:pt x="466344" y="407035"/>
                    <a:pt x="461391" y="413766"/>
                    <a:pt x="456057" y="420370"/>
                  </a:cubicBezTo>
                  <a:cubicBezTo>
                    <a:pt x="450723" y="426974"/>
                    <a:pt x="445008" y="433070"/>
                    <a:pt x="439039" y="439039"/>
                  </a:cubicBezTo>
                  <a:cubicBezTo>
                    <a:pt x="433070" y="445008"/>
                    <a:pt x="426847" y="450596"/>
                    <a:pt x="420370" y="455930"/>
                  </a:cubicBezTo>
                  <a:cubicBezTo>
                    <a:pt x="413893" y="461264"/>
                    <a:pt x="407162" y="466344"/>
                    <a:pt x="400050" y="470916"/>
                  </a:cubicBezTo>
                  <a:cubicBezTo>
                    <a:pt x="392938" y="475488"/>
                    <a:pt x="385826" y="479933"/>
                    <a:pt x="378460" y="483870"/>
                  </a:cubicBezTo>
                  <a:cubicBezTo>
                    <a:pt x="371094" y="487807"/>
                    <a:pt x="363474" y="491490"/>
                    <a:pt x="355600" y="494665"/>
                  </a:cubicBezTo>
                  <a:cubicBezTo>
                    <a:pt x="347726" y="497840"/>
                    <a:pt x="339852" y="500761"/>
                    <a:pt x="331851" y="503174"/>
                  </a:cubicBezTo>
                  <a:cubicBezTo>
                    <a:pt x="323850" y="505587"/>
                    <a:pt x="315595" y="507619"/>
                    <a:pt x="307340" y="509270"/>
                  </a:cubicBezTo>
                  <a:cubicBezTo>
                    <a:pt x="299085" y="510921"/>
                    <a:pt x="290703" y="512191"/>
                    <a:pt x="282321" y="512953"/>
                  </a:cubicBezTo>
                  <a:cubicBezTo>
                    <a:pt x="273939" y="513715"/>
                    <a:pt x="265557" y="514223"/>
                    <a:pt x="257175" y="514223"/>
                  </a:cubicBezTo>
                  <a:cubicBezTo>
                    <a:pt x="248793" y="514223"/>
                    <a:pt x="240411" y="513842"/>
                    <a:pt x="232029" y="512953"/>
                  </a:cubicBezTo>
                  <a:cubicBezTo>
                    <a:pt x="223647" y="512064"/>
                    <a:pt x="215265" y="510921"/>
                    <a:pt x="207010" y="509270"/>
                  </a:cubicBezTo>
                  <a:cubicBezTo>
                    <a:pt x="198755" y="507619"/>
                    <a:pt x="190627" y="505587"/>
                    <a:pt x="182499" y="503174"/>
                  </a:cubicBezTo>
                  <a:cubicBezTo>
                    <a:pt x="174371" y="500761"/>
                    <a:pt x="166497" y="497840"/>
                    <a:pt x="158750" y="494665"/>
                  </a:cubicBezTo>
                  <a:cubicBezTo>
                    <a:pt x="151003" y="491490"/>
                    <a:pt x="143383" y="487807"/>
                    <a:pt x="135890" y="483870"/>
                  </a:cubicBezTo>
                  <a:cubicBezTo>
                    <a:pt x="128397" y="479933"/>
                    <a:pt x="121285" y="475615"/>
                    <a:pt x="114300" y="470916"/>
                  </a:cubicBezTo>
                  <a:cubicBezTo>
                    <a:pt x="107315" y="466217"/>
                    <a:pt x="100584" y="461264"/>
                    <a:pt x="93980" y="455930"/>
                  </a:cubicBezTo>
                  <a:cubicBezTo>
                    <a:pt x="87376" y="450596"/>
                    <a:pt x="81280" y="444881"/>
                    <a:pt x="75311" y="439039"/>
                  </a:cubicBezTo>
                  <a:cubicBezTo>
                    <a:pt x="69342" y="433197"/>
                    <a:pt x="63754" y="426847"/>
                    <a:pt x="58420" y="420370"/>
                  </a:cubicBezTo>
                  <a:cubicBezTo>
                    <a:pt x="53086" y="413893"/>
                    <a:pt x="48006" y="407162"/>
                    <a:pt x="43434" y="400050"/>
                  </a:cubicBezTo>
                  <a:cubicBezTo>
                    <a:pt x="38862" y="392938"/>
                    <a:pt x="34417" y="385826"/>
                    <a:pt x="30480" y="378460"/>
                  </a:cubicBezTo>
                  <a:cubicBezTo>
                    <a:pt x="26543" y="371094"/>
                    <a:pt x="22860" y="363474"/>
                    <a:pt x="19685" y="355600"/>
                  </a:cubicBezTo>
                  <a:cubicBezTo>
                    <a:pt x="16510" y="347726"/>
                    <a:pt x="13589" y="339852"/>
                    <a:pt x="11176" y="331851"/>
                  </a:cubicBezTo>
                  <a:cubicBezTo>
                    <a:pt x="8763" y="323850"/>
                    <a:pt x="6731" y="315595"/>
                    <a:pt x="5080" y="307340"/>
                  </a:cubicBezTo>
                  <a:cubicBezTo>
                    <a:pt x="3429" y="299085"/>
                    <a:pt x="2159" y="290830"/>
                    <a:pt x="1397" y="282448"/>
                  </a:cubicBezTo>
                  <a:cubicBezTo>
                    <a:pt x="635" y="274066"/>
                    <a:pt x="0" y="265557"/>
                    <a:pt x="0" y="257175"/>
                  </a:cubicBezTo>
                  <a:cubicBezTo>
                    <a:pt x="0" y="248793"/>
                    <a:pt x="381" y="240284"/>
                    <a:pt x="1270" y="231902"/>
                  </a:cubicBezTo>
                  <a:cubicBezTo>
                    <a:pt x="2159" y="223520"/>
                    <a:pt x="3302" y="215138"/>
                    <a:pt x="4953" y="206883"/>
                  </a:cubicBezTo>
                  <a:cubicBezTo>
                    <a:pt x="6604" y="198628"/>
                    <a:pt x="8636" y="190500"/>
                    <a:pt x="11049" y="182372"/>
                  </a:cubicBezTo>
                  <a:cubicBezTo>
                    <a:pt x="13462" y="174244"/>
                    <a:pt x="16383" y="166370"/>
                    <a:pt x="19558" y="158623"/>
                  </a:cubicBezTo>
                  <a:cubicBezTo>
                    <a:pt x="22733" y="150876"/>
                    <a:pt x="26416" y="143256"/>
                    <a:pt x="30353" y="135763"/>
                  </a:cubicBezTo>
                  <a:cubicBezTo>
                    <a:pt x="34290" y="128270"/>
                    <a:pt x="38608" y="121158"/>
                    <a:pt x="43307" y="114173"/>
                  </a:cubicBezTo>
                  <a:cubicBezTo>
                    <a:pt x="48006" y="107188"/>
                    <a:pt x="52959" y="100457"/>
                    <a:pt x="58293" y="93853"/>
                  </a:cubicBezTo>
                  <a:cubicBezTo>
                    <a:pt x="63627" y="87249"/>
                    <a:pt x="69342" y="81153"/>
                    <a:pt x="75184" y="75184"/>
                  </a:cubicBezTo>
                  <a:cubicBezTo>
                    <a:pt x="81026" y="69215"/>
                    <a:pt x="87376" y="63627"/>
                    <a:pt x="93853" y="58166"/>
                  </a:cubicBezTo>
                  <a:cubicBezTo>
                    <a:pt x="100330" y="52705"/>
                    <a:pt x="107061" y="47879"/>
                    <a:pt x="114173" y="43180"/>
                  </a:cubicBezTo>
                  <a:cubicBezTo>
                    <a:pt x="121285" y="38481"/>
                    <a:pt x="128397" y="34163"/>
                    <a:pt x="135763" y="30226"/>
                  </a:cubicBezTo>
                  <a:cubicBezTo>
                    <a:pt x="143129" y="26289"/>
                    <a:pt x="150749" y="22606"/>
                    <a:pt x="158623" y="19431"/>
                  </a:cubicBezTo>
                  <a:cubicBezTo>
                    <a:pt x="166497" y="16256"/>
                    <a:pt x="174371" y="13335"/>
                    <a:pt x="182372" y="10922"/>
                  </a:cubicBezTo>
                  <a:cubicBezTo>
                    <a:pt x="190373" y="8509"/>
                    <a:pt x="198628" y="6477"/>
                    <a:pt x="206883" y="4826"/>
                  </a:cubicBezTo>
                  <a:cubicBezTo>
                    <a:pt x="215138" y="3175"/>
                    <a:pt x="223520" y="1905"/>
                    <a:pt x="231902" y="1143"/>
                  </a:cubicBezTo>
                  <a:cubicBezTo>
                    <a:pt x="240284" y="381"/>
                    <a:pt x="248793" y="0"/>
                    <a:pt x="257175" y="0"/>
                  </a:cubicBezTo>
                  <a:cubicBezTo>
                    <a:pt x="265557" y="0"/>
                    <a:pt x="274066" y="381"/>
                    <a:pt x="282321" y="1270"/>
                  </a:cubicBezTo>
                  <a:cubicBezTo>
                    <a:pt x="290576" y="2159"/>
                    <a:pt x="299085" y="3302"/>
                    <a:pt x="307340" y="4953"/>
                  </a:cubicBezTo>
                  <a:cubicBezTo>
                    <a:pt x="315595" y="6604"/>
                    <a:pt x="323723" y="8636"/>
                    <a:pt x="331851" y="11049"/>
                  </a:cubicBezTo>
                  <a:cubicBezTo>
                    <a:pt x="339979" y="13462"/>
                    <a:pt x="347853" y="16383"/>
                    <a:pt x="355600" y="19558"/>
                  </a:cubicBezTo>
                  <a:cubicBezTo>
                    <a:pt x="363347" y="22733"/>
                    <a:pt x="370967" y="26416"/>
                    <a:pt x="378460" y="30353"/>
                  </a:cubicBezTo>
                  <a:cubicBezTo>
                    <a:pt x="385953" y="34290"/>
                    <a:pt x="393065" y="38608"/>
                    <a:pt x="400050" y="43307"/>
                  </a:cubicBezTo>
                  <a:cubicBezTo>
                    <a:pt x="407035" y="48006"/>
                    <a:pt x="413766" y="52959"/>
                    <a:pt x="420370" y="58293"/>
                  </a:cubicBezTo>
                  <a:cubicBezTo>
                    <a:pt x="426974" y="63627"/>
                    <a:pt x="433070" y="69342"/>
                    <a:pt x="439039" y="75311"/>
                  </a:cubicBezTo>
                  <a:cubicBezTo>
                    <a:pt x="445008" y="81280"/>
                    <a:pt x="450596" y="87503"/>
                    <a:pt x="456057" y="93980"/>
                  </a:cubicBezTo>
                  <a:cubicBezTo>
                    <a:pt x="461518" y="100457"/>
                    <a:pt x="466344" y="107188"/>
                    <a:pt x="471043" y="114300"/>
                  </a:cubicBezTo>
                  <a:cubicBezTo>
                    <a:pt x="475742" y="121412"/>
                    <a:pt x="480060" y="128524"/>
                    <a:pt x="483997" y="135890"/>
                  </a:cubicBezTo>
                  <a:cubicBezTo>
                    <a:pt x="487934" y="143256"/>
                    <a:pt x="491617" y="150876"/>
                    <a:pt x="494792" y="158750"/>
                  </a:cubicBezTo>
                  <a:cubicBezTo>
                    <a:pt x="497967" y="166624"/>
                    <a:pt x="500888" y="174498"/>
                    <a:pt x="503301" y="182499"/>
                  </a:cubicBezTo>
                  <a:cubicBezTo>
                    <a:pt x="505714" y="190500"/>
                    <a:pt x="507746" y="198755"/>
                    <a:pt x="509397" y="207010"/>
                  </a:cubicBezTo>
                  <a:cubicBezTo>
                    <a:pt x="511048" y="215265"/>
                    <a:pt x="512318" y="223647"/>
                    <a:pt x="513080" y="232029"/>
                  </a:cubicBezTo>
                  <a:cubicBezTo>
                    <a:pt x="513842" y="240411"/>
                    <a:pt x="514350" y="248793"/>
                    <a:pt x="514350" y="257302"/>
                  </a:cubicBezTo>
                </a:path>
              </a:pathLst>
            </a:custGeom>
            <a:solidFill>
              <a:srgbClr val="4C505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08848" y="195072"/>
              <a:ext cx="50149" cy="14316"/>
            </a:xfrm>
            <a:custGeom>
              <a:avLst/>
              <a:gdLst/>
              <a:ahLst/>
              <a:cxnLst/>
              <a:rect r="r" b="b" t="t" l="l"/>
              <a:pathLst>
                <a:path h="14316" w="50149">
                  <a:moveTo>
                    <a:pt x="43780" y="12065"/>
                  </a:moveTo>
                  <a:cubicBezTo>
                    <a:pt x="39081" y="11684"/>
                    <a:pt x="35017" y="11557"/>
                    <a:pt x="11903" y="11430"/>
                  </a:cubicBezTo>
                  <a:lnTo>
                    <a:pt x="11903" y="5715"/>
                  </a:lnTo>
                  <a:lnTo>
                    <a:pt x="12665" y="11303"/>
                  </a:lnTo>
                  <a:cubicBezTo>
                    <a:pt x="12030" y="11430"/>
                    <a:pt x="11395" y="11430"/>
                    <a:pt x="9109" y="13208"/>
                  </a:cubicBezTo>
                  <a:cubicBezTo>
                    <a:pt x="6569" y="15113"/>
                    <a:pt x="3013" y="14478"/>
                    <a:pt x="1108" y="11938"/>
                  </a:cubicBezTo>
                  <a:cubicBezTo>
                    <a:pt x="-797" y="9398"/>
                    <a:pt x="-162" y="5842"/>
                    <a:pt x="2378" y="3937"/>
                  </a:cubicBezTo>
                  <a:cubicBezTo>
                    <a:pt x="5807" y="1524"/>
                    <a:pt x="8093" y="381"/>
                    <a:pt x="11268" y="0"/>
                  </a:cubicBezTo>
                  <a:cubicBezTo>
                    <a:pt x="11522" y="0"/>
                    <a:pt x="11776" y="0"/>
                    <a:pt x="12030" y="0"/>
                  </a:cubicBezTo>
                  <a:cubicBezTo>
                    <a:pt x="35017" y="0"/>
                    <a:pt x="39589" y="127"/>
                    <a:pt x="44923" y="635"/>
                  </a:cubicBezTo>
                  <a:cubicBezTo>
                    <a:pt x="48098" y="889"/>
                    <a:pt x="50384" y="3683"/>
                    <a:pt x="50130" y="6858"/>
                  </a:cubicBezTo>
                  <a:cubicBezTo>
                    <a:pt x="49876" y="10033"/>
                    <a:pt x="47082" y="12319"/>
                    <a:pt x="43907" y="12065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10420" y="278924"/>
              <a:ext cx="28765" cy="28639"/>
            </a:xfrm>
            <a:custGeom>
              <a:avLst/>
              <a:gdLst/>
              <a:ahLst/>
              <a:cxnLst/>
              <a:rect r="r" b="b" t="t" l="l"/>
              <a:pathLst>
                <a:path h="28639" w="28765">
                  <a:moveTo>
                    <a:pt x="27273" y="9747"/>
                  </a:moveTo>
                  <a:lnTo>
                    <a:pt x="9620" y="27019"/>
                  </a:lnTo>
                  <a:cubicBezTo>
                    <a:pt x="7334" y="29178"/>
                    <a:pt x="3778" y="29178"/>
                    <a:pt x="1619" y="27019"/>
                  </a:cubicBezTo>
                  <a:cubicBezTo>
                    <a:pt x="-540" y="24860"/>
                    <a:pt x="-540" y="21177"/>
                    <a:pt x="1619" y="19018"/>
                  </a:cubicBezTo>
                  <a:lnTo>
                    <a:pt x="19145" y="1619"/>
                  </a:lnTo>
                  <a:cubicBezTo>
                    <a:pt x="21431" y="-540"/>
                    <a:pt x="24987" y="-540"/>
                    <a:pt x="27146" y="1619"/>
                  </a:cubicBezTo>
                  <a:cubicBezTo>
                    <a:pt x="29305" y="3778"/>
                    <a:pt x="29305" y="7461"/>
                    <a:pt x="27146" y="962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444236" y="195814"/>
              <a:ext cx="15377" cy="43464"/>
            </a:xfrm>
            <a:custGeom>
              <a:avLst/>
              <a:gdLst/>
              <a:ahLst/>
              <a:cxnLst/>
              <a:rect r="r" b="b" t="t" l="l"/>
              <a:pathLst>
                <a:path h="43464" w="15377">
                  <a:moveTo>
                    <a:pt x="14488" y="5100"/>
                  </a:moveTo>
                  <a:cubicBezTo>
                    <a:pt x="14869" y="8910"/>
                    <a:pt x="14996" y="12466"/>
                    <a:pt x="15123" y="16784"/>
                  </a:cubicBezTo>
                  <a:cubicBezTo>
                    <a:pt x="15250" y="19070"/>
                    <a:pt x="15250" y="21610"/>
                    <a:pt x="15377" y="24658"/>
                  </a:cubicBezTo>
                  <a:cubicBezTo>
                    <a:pt x="15377" y="24785"/>
                    <a:pt x="15377" y="24912"/>
                    <a:pt x="15377" y="25166"/>
                  </a:cubicBezTo>
                  <a:cubicBezTo>
                    <a:pt x="15250" y="28849"/>
                    <a:pt x="14869" y="32024"/>
                    <a:pt x="13726" y="35580"/>
                  </a:cubicBezTo>
                  <a:cubicBezTo>
                    <a:pt x="13599" y="35834"/>
                    <a:pt x="13472" y="36215"/>
                    <a:pt x="13345" y="36469"/>
                  </a:cubicBezTo>
                  <a:cubicBezTo>
                    <a:pt x="12583" y="37993"/>
                    <a:pt x="11567" y="39517"/>
                    <a:pt x="10297" y="41168"/>
                  </a:cubicBezTo>
                  <a:cubicBezTo>
                    <a:pt x="8392" y="43708"/>
                    <a:pt x="4836" y="44216"/>
                    <a:pt x="2296" y="42311"/>
                  </a:cubicBezTo>
                  <a:cubicBezTo>
                    <a:pt x="-244" y="40406"/>
                    <a:pt x="-752" y="36850"/>
                    <a:pt x="1153" y="34310"/>
                  </a:cubicBezTo>
                  <a:cubicBezTo>
                    <a:pt x="2169" y="33040"/>
                    <a:pt x="2677" y="32024"/>
                    <a:pt x="3058" y="31389"/>
                  </a:cubicBezTo>
                  <a:lnTo>
                    <a:pt x="8138" y="33929"/>
                  </a:lnTo>
                  <a:lnTo>
                    <a:pt x="2677" y="32278"/>
                  </a:lnTo>
                  <a:cubicBezTo>
                    <a:pt x="3439" y="29992"/>
                    <a:pt x="3693" y="27706"/>
                    <a:pt x="3820" y="24785"/>
                  </a:cubicBezTo>
                  <a:lnTo>
                    <a:pt x="9535" y="24912"/>
                  </a:lnTo>
                  <a:lnTo>
                    <a:pt x="3820" y="25166"/>
                  </a:lnTo>
                  <a:cubicBezTo>
                    <a:pt x="3693" y="22118"/>
                    <a:pt x="3566" y="19451"/>
                    <a:pt x="3566" y="17165"/>
                  </a:cubicBezTo>
                  <a:cubicBezTo>
                    <a:pt x="3439" y="12720"/>
                    <a:pt x="3312" y="9545"/>
                    <a:pt x="2931" y="6243"/>
                  </a:cubicBezTo>
                  <a:cubicBezTo>
                    <a:pt x="2550" y="3068"/>
                    <a:pt x="4836" y="274"/>
                    <a:pt x="8011" y="20"/>
                  </a:cubicBezTo>
                  <a:cubicBezTo>
                    <a:pt x="11186" y="-234"/>
                    <a:pt x="13980" y="1925"/>
                    <a:pt x="14234" y="510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342630" y="317818"/>
              <a:ext cx="23400" cy="23495"/>
            </a:xfrm>
            <a:custGeom>
              <a:avLst/>
              <a:gdLst/>
              <a:ahLst/>
              <a:cxnLst/>
              <a:rect r="r" b="b" t="t" l="l"/>
              <a:pathLst>
                <a:path h="23495" w="23400">
                  <a:moveTo>
                    <a:pt x="21733" y="9715"/>
                  </a:moveTo>
                  <a:lnTo>
                    <a:pt x="9668" y="21780"/>
                  </a:lnTo>
                  <a:cubicBezTo>
                    <a:pt x="7509" y="24066"/>
                    <a:pt x="3826" y="24066"/>
                    <a:pt x="1667" y="21780"/>
                  </a:cubicBezTo>
                  <a:cubicBezTo>
                    <a:pt x="-492" y="19494"/>
                    <a:pt x="-619" y="15938"/>
                    <a:pt x="1667" y="13779"/>
                  </a:cubicBezTo>
                  <a:lnTo>
                    <a:pt x="13732" y="1714"/>
                  </a:lnTo>
                  <a:cubicBezTo>
                    <a:pt x="15891" y="-572"/>
                    <a:pt x="19574" y="-572"/>
                    <a:pt x="21733" y="1714"/>
                  </a:cubicBezTo>
                  <a:cubicBezTo>
                    <a:pt x="23892" y="4000"/>
                    <a:pt x="24019" y="7556"/>
                    <a:pt x="21733" y="9715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91516" y="286302"/>
              <a:ext cx="170053" cy="169589"/>
            </a:xfrm>
            <a:custGeom>
              <a:avLst/>
              <a:gdLst/>
              <a:ahLst/>
              <a:cxnLst/>
              <a:rect r="r" b="b" t="t" l="l"/>
              <a:pathLst>
                <a:path h="169589" w="170053">
                  <a:moveTo>
                    <a:pt x="162179" y="47581"/>
                  </a:moveTo>
                  <a:cubicBezTo>
                    <a:pt x="162560" y="48978"/>
                    <a:pt x="163322" y="50883"/>
                    <a:pt x="164084" y="53042"/>
                  </a:cubicBezTo>
                  <a:cubicBezTo>
                    <a:pt x="164973" y="55455"/>
                    <a:pt x="165989" y="58249"/>
                    <a:pt x="166751" y="60662"/>
                  </a:cubicBezTo>
                  <a:cubicBezTo>
                    <a:pt x="166878" y="61043"/>
                    <a:pt x="167005" y="61424"/>
                    <a:pt x="167132" y="61805"/>
                  </a:cubicBezTo>
                  <a:cubicBezTo>
                    <a:pt x="167132" y="61932"/>
                    <a:pt x="167259" y="62059"/>
                    <a:pt x="167259" y="62186"/>
                  </a:cubicBezTo>
                  <a:cubicBezTo>
                    <a:pt x="168656" y="68155"/>
                    <a:pt x="169545" y="74378"/>
                    <a:pt x="170053" y="81490"/>
                  </a:cubicBezTo>
                  <a:cubicBezTo>
                    <a:pt x="170053" y="81617"/>
                    <a:pt x="170053" y="81744"/>
                    <a:pt x="170053" y="81998"/>
                  </a:cubicBezTo>
                  <a:cubicBezTo>
                    <a:pt x="170053" y="88602"/>
                    <a:pt x="169418" y="95079"/>
                    <a:pt x="168275" y="101810"/>
                  </a:cubicBezTo>
                  <a:cubicBezTo>
                    <a:pt x="168275" y="101937"/>
                    <a:pt x="168275" y="102064"/>
                    <a:pt x="168148" y="102191"/>
                  </a:cubicBezTo>
                  <a:cubicBezTo>
                    <a:pt x="166497" y="108668"/>
                    <a:pt x="164084" y="115653"/>
                    <a:pt x="161544" y="121622"/>
                  </a:cubicBezTo>
                  <a:cubicBezTo>
                    <a:pt x="161544" y="121749"/>
                    <a:pt x="161417" y="121876"/>
                    <a:pt x="161417" y="122003"/>
                  </a:cubicBezTo>
                  <a:cubicBezTo>
                    <a:pt x="158623" y="127210"/>
                    <a:pt x="154940" y="133179"/>
                    <a:pt x="151003" y="138513"/>
                  </a:cubicBezTo>
                  <a:cubicBezTo>
                    <a:pt x="150876" y="138640"/>
                    <a:pt x="150876" y="138767"/>
                    <a:pt x="150749" y="138894"/>
                  </a:cubicBezTo>
                  <a:cubicBezTo>
                    <a:pt x="146558" y="143593"/>
                    <a:pt x="141224" y="148673"/>
                    <a:pt x="135636" y="153118"/>
                  </a:cubicBezTo>
                  <a:cubicBezTo>
                    <a:pt x="135509" y="153245"/>
                    <a:pt x="135382" y="153245"/>
                    <a:pt x="135255" y="153372"/>
                  </a:cubicBezTo>
                  <a:cubicBezTo>
                    <a:pt x="129794" y="157055"/>
                    <a:pt x="123698" y="160484"/>
                    <a:pt x="118110" y="163151"/>
                  </a:cubicBezTo>
                  <a:cubicBezTo>
                    <a:pt x="117983" y="163278"/>
                    <a:pt x="117856" y="163278"/>
                    <a:pt x="117729" y="163278"/>
                  </a:cubicBezTo>
                  <a:cubicBezTo>
                    <a:pt x="111633" y="165564"/>
                    <a:pt x="104648" y="167469"/>
                    <a:pt x="97536" y="168866"/>
                  </a:cubicBezTo>
                  <a:cubicBezTo>
                    <a:pt x="97409" y="168866"/>
                    <a:pt x="97282" y="168866"/>
                    <a:pt x="97028" y="168993"/>
                  </a:cubicBezTo>
                  <a:cubicBezTo>
                    <a:pt x="90678" y="169628"/>
                    <a:pt x="84582" y="169755"/>
                    <a:pt x="76708" y="169374"/>
                  </a:cubicBezTo>
                  <a:cubicBezTo>
                    <a:pt x="76581" y="169374"/>
                    <a:pt x="76454" y="169374"/>
                    <a:pt x="76327" y="169374"/>
                  </a:cubicBezTo>
                  <a:cubicBezTo>
                    <a:pt x="69596" y="168485"/>
                    <a:pt x="63246" y="167088"/>
                    <a:pt x="56642" y="165056"/>
                  </a:cubicBezTo>
                  <a:cubicBezTo>
                    <a:pt x="56515" y="165056"/>
                    <a:pt x="56388" y="164929"/>
                    <a:pt x="56261" y="164929"/>
                  </a:cubicBezTo>
                  <a:cubicBezTo>
                    <a:pt x="50419" y="162516"/>
                    <a:pt x="44323" y="159468"/>
                    <a:pt x="38227" y="155785"/>
                  </a:cubicBezTo>
                  <a:cubicBezTo>
                    <a:pt x="38100" y="155658"/>
                    <a:pt x="37973" y="155658"/>
                    <a:pt x="37846" y="155531"/>
                  </a:cubicBezTo>
                  <a:cubicBezTo>
                    <a:pt x="31877" y="151213"/>
                    <a:pt x="27051" y="146895"/>
                    <a:pt x="22479" y="142323"/>
                  </a:cubicBezTo>
                  <a:cubicBezTo>
                    <a:pt x="22352" y="142196"/>
                    <a:pt x="22225" y="142069"/>
                    <a:pt x="22225" y="141942"/>
                  </a:cubicBezTo>
                  <a:cubicBezTo>
                    <a:pt x="17780" y="136608"/>
                    <a:pt x="14478" y="132036"/>
                    <a:pt x="10541" y="125559"/>
                  </a:cubicBezTo>
                  <a:cubicBezTo>
                    <a:pt x="10414" y="125432"/>
                    <a:pt x="10414" y="125305"/>
                    <a:pt x="10287" y="125051"/>
                  </a:cubicBezTo>
                  <a:cubicBezTo>
                    <a:pt x="6858" y="117939"/>
                    <a:pt x="4572" y="111843"/>
                    <a:pt x="2413" y="104731"/>
                  </a:cubicBezTo>
                  <a:cubicBezTo>
                    <a:pt x="2413" y="104604"/>
                    <a:pt x="2286" y="104477"/>
                    <a:pt x="2286" y="104223"/>
                  </a:cubicBezTo>
                  <a:cubicBezTo>
                    <a:pt x="1016" y="98000"/>
                    <a:pt x="254" y="91650"/>
                    <a:pt x="0" y="84030"/>
                  </a:cubicBezTo>
                  <a:cubicBezTo>
                    <a:pt x="0" y="83903"/>
                    <a:pt x="0" y="83649"/>
                    <a:pt x="0" y="83522"/>
                  </a:cubicBezTo>
                  <a:cubicBezTo>
                    <a:pt x="381" y="76664"/>
                    <a:pt x="1270" y="69679"/>
                    <a:pt x="2540" y="63456"/>
                  </a:cubicBezTo>
                  <a:cubicBezTo>
                    <a:pt x="2540" y="63329"/>
                    <a:pt x="2667" y="63202"/>
                    <a:pt x="2667" y="62948"/>
                  </a:cubicBezTo>
                  <a:cubicBezTo>
                    <a:pt x="4699" y="56217"/>
                    <a:pt x="6985" y="50502"/>
                    <a:pt x="9779" y="44660"/>
                  </a:cubicBezTo>
                  <a:cubicBezTo>
                    <a:pt x="9906" y="44533"/>
                    <a:pt x="9906" y="44406"/>
                    <a:pt x="10033" y="44279"/>
                  </a:cubicBezTo>
                  <a:cubicBezTo>
                    <a:pt x="13716" y="38183"/>
                    <a:pt x="17653" y="32722"/>
                    <a:pt x="22098" y="27261"/>
                  </a:cubicBezTo>
                  <a:cubicBezTo>
                    <a:pt x="22225" y="27134"/>
                    <a:pt x="22352" y="27007"/>
                    <a:pt x="22352" y="26880"/>
                  </a:cubicBezTo>
                  <a:cubicBezTo>
                    <a:pt x="26924" y="22181"/>
                    <a:pt x="32385" y="17609"/>
                    <a:pt x="38227" y="13545"/>
                  </a:cubicBezTo>
                  <a:cubicBezTo>
                    <a:pt x="38354" y="13418"/>
                    <a:pt x="38481" y="13418"/>
                    <a:pt x="38608" y="13291"/>
                  </a:cubicBezTo>
                  <a:cubicBezTo>
                    <a:pt x="44196" y="9989"/>
                    <a:pt x="50419" y="6941"/>
                    <a:pt x="57150" y="4401"/>
                  </a:cubicBezTo>
                  <a:cubicBezTo>
                    <a:pt x="57277" y="4401"/>
                    <a:pt x="57404" y="4274"/>
                    <a:pt x="57531" y="4274"/>
                  </a:cubicBezTo>
                  <a:cubicBezTo>
                    <a:pt x="63754" y="2496"/>
                    <a:pt x="70739" y="972"/>
                    <a:pt x="77851" y="83"/>
                  </a:cubicBezTo>
                  <a:cubicBezTo>
                    <a:pt x="77978" y="83"/>
                    <a:pt x="78232" y="83"/>
                    <a:pt x="78359" y="83"/>
                  </a:cubicBezTo>
                  <a:cubicBezTo>
                    <a:pt x="83058" y="-44"/>
                    <a:pt x="87630" y="-44"/>
                    <a:pt x="92202" y="210"/>
                  </a:cubicBezTo>
                  <a:cubicBezTo>
                    <a:pt x="95377" y="337"/>
                    <a:pt x="97790" y="3004"/>
                    <a:pt x="97663" y="6179"/>
                  </a:cubicBezTo>
                  <a:cubicBezTo>
                    <a:pt x="97536" y="9354"/>
                    <a:pt x="94869" y="11767"/>
                    <a:pt x="91694" y="11640"/>
                  </a:cubicBezTo>
                  <a:cubicBezTo>
                    <a:pt x="87376" y="11386"/>
                    <a:pt x="83185" y="11386"/>
                    <a:pt x="78867" y="11513"/>
                  </a:cubicBezTo>
                  <a:lnTo>
                    <a:pt x="78613" y="5798"/>
                  </a:lnTo>
                  <a:lnTo>
                    <a:pt x="79375" y="11513"/>
                  </a:lnTo>
                  <a:cubicBezTo>
                    <a:pt x="72898" y="12275"/>
                    <a:pt x="66548" y="13672"/>
                    <a:pt x="60833" y="15323"/>
                  </a:cubicBezTo>
                  <a:lnTo>
                    <a:pt x="59309" y="9862"/>
                  </a:lnTo>
                  <a:lnTo>
                    <a:pt x="61341" y="15196"/>
                  </a:lnTo>
                  <a:cubicBezTo>
                    <a:pt x="55245" y="17482"/>
                    <a:pt x="49530" y="20276"/>
                    <a:pt x="44577" y="23197"/>
                  </a:cubicBezTo>
                  <a:lnTo>
                    <a:pt x="41656" y="18244"/>
                  </a:lnTo>
                  <a:lnTo>
                    <a:pt x="44958" y="22943"/>
                  </a:lnTo>
                  <a:cubicBezTo>
                    <a:pt x="39751" y="26626"/>
                    <a:pt x="34798" y="30817"/>
                    <a:pt x="30607" y="35008"/>
                  </a:cubicBezTo>
                  <a:lnTo>
                    <a:pt x="26543" y="30944"/>
                  </a:lnTo>
                  <a:lnTo>
                    <a:pt x="30861" y="34627"/>
                  </a:lnTo>
                  <a:cubicBezTo>
                    <a:pt x="26670" y="39580"/>
                    <a:pt x="23114" y="44533"/>
                    <a:pt x="19812" y="50121"/>
                  </a:cubicBezTo>
                  <a:lnTo>
                    <a:pt x="14859" y="47200"/>
                  </a:lnTo>
                  <a:lnTo>
                    <a:pt x="19939" y="49613"/>
                  </a:lnTo>
                  <a:cubicBezTo>
                    <a:pt x="17399" y="54947"/>
                    <a:pt x="15367" y="60154"/>
                    <a:pt x="13462" y="66250"/>
                  </a:cubicBezTo>
                  <a:lnTo>
                    <a:pt x="8001" y="64599"/>
                  </a:lnTo>
                  <a:lnTo>
                    <a:pt x="13589" y="65742"/>
                  </a:lnTo>
                  <a:cubicBezTo>
                    <a:pt x="12446" y="71330"/>
                    <a:pt x="11557" y="77807"/>
                    <a:pt x="11176" y="84030"/>
                  </a:cubicBezTo>
                  <a:lnTo>
                    <a:pt x="5461" y="83776"/>
                  </a:lnTo>
                  <a:lnTo>
                    <a:pt x="11176" y="83522"/>
                  </a:lnTo>
                  <a:cubicBezTo>
                    <a:pt x="11430" y="90634"/>
                    <a:pt x="12192" y="96349"/>
                    <a:pt x="13335" y="101937"/>
                  </a:cubicBezTo>
                  <a:lnTo>
                    <a:pt x="7747" y="103080"/>
                  </a:lnTo>
                  <a:lnTo>
                    <a:pt x="13208" y="101556"/>
                  </a:lnTo>
                  <a:cubicBezTo>
                    <a:pt x="15113" y="108033"/>
                    <a:pt x="17145" y="113621"/>
                    <a:pt x="20320" y="120098"/>
                  </a:cubicBezTo>
                  <a:lnTo>
                    <a:pt x="15240" y="122511"/>
                  </a:lnTo>
                  <a:lnTo>
                    <a:pt x="20066" y="119590"/>
                  </a:lnTo>
                  <a:cubicBezTo>
                    <a:pt x="23749" y="125559"/>
                    <a:pt x="26670" y="129750"/>
                    <a:pt x="30734" y="134576"/>
                  </a:cubicBezTo>
                  <a:lnTo>
                    <a:pt x="26416" y="138259"/>
                  </a:lnTo>
                  <a:lnTo>
                    <a:pt x="30480" y="134195"/>
                  </a:lnTo>
                  <a:cubicBezTo>
                    <a:pt x="34671" y="138386"/>
                    <a:pt x="39116" y="142323"/>
                    <a:pt x="44577" y="146260"/>
                  </a:cubicBezTo>
                  <a:lnTo>
                    <a:pt x="41148" y="150832"/>
                  </a:lnTo>
                  <a:lnTo>
                    <a:pt x="44069" y="146006"/>
                  </a:lnTo>
                  <a:cubicBezTo>
                    <a:pt x="49657" y="149435"/>
                    <a:pt x="55118" y="152102"/>
                    <a:pt x="60452" y="154261"/>
                  </a:cubicBezTo>
                  <a:lnTo>
                    <a:pt x="58293" y="159595"/>
                  </a:lnTo>
                  <a:lnTo>
                    <a:pt x="59944" y="154134"/>
                  </a:lnTo>
                  <a:cubicBezTo>
                    <a:pt x="65786" y="155912"/>
                    <a:pt x="71628" y="157182"/>
                    <a:pt x="77724" y="157944"/>
                  </a:cubicBezTo>
                  <a:lnTo>
                    <a:pt x="76962" y="163532"/>
                  </a:lnTo>
                  <a:lnTo>
                    <a:pt x="77216" y="157817"/>
                  </a:lnTo>
                  <a:cubicBezTo>
                    <a:pt x="84582" y="158198"/>
                    <a:pt x="90043" y="158071"/>
                    <a:pt x="95758" y="157436"/>
                  </a:cubicBezTo>
                  <a:lnTo>
                    <a:pt x="96393" y="163151"/>
                  </a:lnTo>
                  <a:lnTo>
                    <a:pt x="95377" y="157563"/>
                  </a:lnTo>
                  <a:cubicBezTo>
                    <a:pt x="101854" y="156293"/>
                    <a:pt x="108204" y="154642"/>
                    <a:pt x="113665" y="152483"/>
                  </a:cubicBezTo>
                  <a:lnTo>
                    <a:pt x="115697" y="157817"/>
                  </a:lnTo>
                  <a:lnTo>
                    <a:pt x="113284" y="152610"/>
                  </a:lnTo>
                  <a:cubicBezTo>
                    <a:pt x="118364" y="150324"/>
                    <a:pt x="123952" y="147149"/>
                    <a:pt x="128905" y="143720"/>
                  </a:cubicBezTo>
                  <a:lnTo>
                    <a:pt x="132080" y="148419"/>
                  </a:lnTo>
                  <a:lnTo>
                    <a:pt x="128524" y="143974"/>
                  </a:lnTo>
                  <a:cubicBezTo>
                    <a:pt x="133604" y="139910"/>
                    <a:pt x="138430" y="135338"/>
                    <a:pt x="142113" y="131020"/>
                  </a:cubicBezTo>
                  <a:lnTo>
                    <a:pt x="146431" y="134830"/>
                  </a:lnTo>
                  <a:lnTo>
                    <a:pt x="141859" y="131401"/>
                  </a:lnTo>
                  <a:cubicBezTo>
                    <a:pt x="145415" y="126575"/>
                    <a:pt x="148844" y="121114"/>
                    <a:pt x="151384" y="116415"/>
                  </a:cubicBezTo>
                  <a:lnTo>
                    <a:pt x="156464" y="119082"/>
                  </a:lnTo>
                  <a:lnTo>
                    <a:pt x="151257" y="116796"/>
                  </a:lnTo>
                  <a:cubicBezTo>
                    <a:pt x="153543" y="111462"/>
                    <a:pt x="155829" y="104985"/>
                    <a:pt x="157226" y="99143"/>
                  </a:cubicBezTo>
                  <a:lnTo>
                    <a:pt x="162814" y="100540"/>
                  </a:lnTo>
                  <a:lnTo>
                    <a:pt x="157226" y="99651"/>
                  </a:lnTo>
                  <a:cubicBezTo>
                    <a:pt x="158242" y="93428"/>
                    <a:pt x="158750" y="87586"/>
                    <a:pt x="158877" y="81617"/>
                  </a:cubicBezTo>
                  <a:lnTo>
                    <a:pt x="164592" y="81617"/>
                  </a:lnTo>
                  <a:lnTo>
                    <a:pt x="158877" y="81998"/>
                  </a:lnTo>
                  <a:cubicBezTo>
                    <a:pt x="158369" y="75521"/>
                    <a:pt x="157607" y="69806"/>
                    <a:pt x="156337" y="64472"/>
                  </a:cubicBezTo>
                  <a:lnTo>
                    <a:pt x="161925" y="63202"/>
                  </a:lnTo>
                  <a:lnTo>
                    <a:pt x="156464" y="64853"/>
                  </a:lnTo>
                  <a:cubicBezTo>
                    <a:pt x="156337" y="64599"/>
                    <a:pt x="156337" y="64218"/>
                    <a:pt x="156210" y="63964"/>
                  </a:cubicBezTo>
                  <a:cubicBezTo>
                    <a:pt x="155448" y="61805"/>
                    <a:pt x="154559" y="59138"/>
                    <a:pt x="153670" y="56725"/>
                  </a:cubicBezTo>
                  <a:cubicBezTo>
                    <a:pt x="152908" y="54566"/>
                    <a:pt x="152146" y="52534"/>
                    <a:pt x="151638" y="50883"/>
                  </a:cubicBezTo>
                  <a:cubicBezTo>
                    <a:pt x="150749" y="47835"/>
                    <a:pt x="152400" y="44660"/>
                    <a:pt x="155321" y="43771"/>
                  </a:cubicBezTo>
                  <a:cubicBezTo>
                    <a:pt x="158242" y="42882"/>
                    <a:pt x="161544" y="44533"/>
                    <a:pt x="162433" y="4745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77294" y="286131"/>
              <a:ext cx="44333" cy="21653"/>
            </a:xfrm>
            <a:custGeom>
              <a:avLst/>
              <a:gdLst/>
              <a:ahLst/>
              <a:cxnLst/>
              <a:rect r="r" b="b" t="t" l="l"/>
              <a:pathLst>
                <a:path h="21653" w="44333">
                  <a:moveTo>
                    <a:pt x="6551" y="0"/>
                  </a:moveTo>
                  <a:cubicBezTo>
                    <a:pt x="14425" y="1016"/>
                    <a:pt x="23315" y="3175"/>
                    <a:pt x="27760" y="4699"/>
                  </a:cubicBezTo>
                  <a:cubicBezTo>
                    <a:pt x="27887" y="4699"/>
                    <a:pt x="28014" y="4826"/>
                    <a:pt x="28014" y="4826"/>
                  </a:cubicBezTo>
                  <a:cubicBezTo>
                    <a:pt x="31189" y="6096"/>
                    <a:pt x="35634" y="8128"/>
                    <a:pt x="41095" y="10795"/>
                  </a:cubicBezTo>
                  <a:cubicBezTo>
                    <a:pt x="43889" y="12192"/>
                    <a:pt x="45159" y="15621"/>
                    <a:pt x="43762" y="18415"/>
                  </a:cubicBezTo>
                  <a:cubicBezTo>
                    <a:pt x="42365" y="21209"/>
                    <a:pt x="38936" y="22479"/>
                    <a:pt x="36142" y="21082"/>
                  </a:cubicBezTo>
                  <a:cubicBezTo>
                    <a:pt x="30681" y="18415"/>
                    <a:pt x="26617" y="16637"/>
                    <a:pt x="23823" y="15494"/>
                  </a:cubicBezTo>
                  <a:lnTo>
                    <a:pt x="25855" y="10160"/>
                  </a:lnTo>
                  <a:lnTo>
                    <a:pt x="24077" y="15621"/>
                  </a:lnTo>
                  <a:cubicBezTo>
                    <a:pt x="20394" y="14351"/>
                    <a:pt x="12139" y="12446"/>
                    <a:pt x="4900" y="11430"/>
                  </a:cubicBezTo>
                  <a:cubicBezTo>
                    <a:pt x="1725" y="11049"/>
                    <a:pt x="-434" y="8128"/>
                    <a:pt x="74" y="5080"/>
                  </a:cubicBezTo>
                  <a:cubicBezTo>
                    <a:pt x="582" y="2032"/>
                    <a:pt x="3376" y="-254"/>
                    <a:pt x="6424" y="25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327946" y="198104"/>
              <a:ext cx="92138" cy="92107"/>
            </a:xfrm>
            <a:custGeom>
              <a:avLst/>
              <a:gdLst/>
              <a:ahLst/>
              <a:cxnLst/>
              <a:rect r="r" b="b" t="t" l="l"/>
              <a:pathLst>
                <a:path h="92107" w="92138">
                  <a:moveTo>
                    <a:pt x="90519" y="9668"/>
                  </a:moveTo>
                  <a:lnTo>
                    <a:pt x="9620" y="90440"/>
                  </a:lnTo>
                  <a:cubicBezTo>
                    <a:pt x="7334" y="92726"/>
                    <a:pt x="3778" y="92599"/>
                    <a:pt x="1619" y="90440"/>
                  </a:cubicBezTo>
                  <a:cubicBezTo>
                    <a:pt x="-540" y="88281"/>
                    <a:pt x="-540" y="84598"/>
                    <a:pt x="1619" y="82439"/>
                  </a:cubicBezTo>
                  <a:lnTo>
                    <a:pt x="82518" y="1667"/>
                  </a:lnTo>
                  <a:cubicBezTo>
                    <a:pt x="84804" y="-619"/>
                    <a:pt x="88360" y="-492"/>
                    <a:pt x="90519" y="1667"/>
                  </a:cubicBezTo>
                  <a:cubicBezTo>
                    <a:pt x="92678" y="3826"/>
                    <a:pt x="92678" y="7509"/>
                    <a:pt x="90519" y="966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54695" y="227775"/>
              <a:ext cx="101251" cy="101473"/>
            </a:xfrm>
            <a:custGeom>
              <a:avLst/>
              <a:gdLst/>
              <a:ahLst/>
              <a:cxnLst/>
              <a:rect r="r" b="b" t="t" l="l"/>
              <a:pathLst>
                <a:path h="101473" w="101251">
                  <a:moveTo>
                    <a:pt x="99584" y="9715"/>
                  </a:moveTo>
                  <a:lnTo>
                    <a:pt x="9668" y="99758"/>
                  </a:lnTo>
                  <a:cubicBezTo>
                    <a:pt x="7382" y="102044"/>
                    <a:pt x="3826" y="102044"/>
                    <a:pt x="1667" y="99758"/>
                  </a:cubicBezTo>
                  <a:cubicBezTo>
                    <a:pt x="-492" y="97472"/>
                    <a:pt x="-619" y="93916"/>
                    <a:pt x="1667" y="91757"/>
                  </a:cubicBezTo>
                  <a:lnTo>
                    <a:pt x="91583" y="1714"/>
                  </a:lnTo>
                  <a:cubicBezTo>
                    <a:pt x="93869" y="-572"/>
                    <a:pt x="97425" y="-572"/>
                    <a:pt x="99584" y="1714"/>
                  </a:cubicBezTo>
                  <a:cubicBezTo>
                    <a:pt x="101743" y="4000"/>
                    <a:pt x="101870" y="7556"/>
                    <a:pt x="99584" y="9715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42062" y="336931"/>
              <a:ext cx="68072" cy="68072"/>
            </a:xfrm>
            <a:custGeom>
              <a:avLst/>
              <a:gdLst/>
              <a:ahLst/>
              <a:cxnLst/>
              <a:rect r="r" b="b" t="t" l="l"/>
              <a:pathLst>
                <a:path h="68072" w="68072">
                  <a:moveTo>
                    <a:pt x="68072" y="34036"/>
                  </a:moveTo>
                  <a:cubicBezTo>
                    <a:pt x="68072" y="38481"/>
                    <a:pt x="67183" y="42926"/>
                    <a:pt x="65532" y="47117"/>
                  </a:cubicBezTo>
                  <a:lnTo>
                    <a:pt x="60325" y="44958"/>
                  </a:lnTo>
                  <a:lnTo>
                    <a:pt x="65532" y="47117"/>
                  </a:lnTo>
                  <a:cubicBezTo>
                    <a:pt x="63754" y="51308"/>
                    <a:pt x="61341" y="54991"/>
                    <a:pt x="58166" y="58166"/>
                  </a:cubicBezTo>
                  <a:cubicBezTo>
                    <a:pt x="54991" y="61341"/>
                    <a:pt x="51308" y="63754"/>
                    <a:pt x="47117" y="65532"/>
                  </a:cubicBezTo>
                  <a:cubicBezTo>
                    <a:pt x="42926" y="67310"/>
                    <a:pt x="38608" y="68072"/>
                    <a:pt x="34036" y="68072"/>
                  </a:cubicBezTo>
                  <a:lnTo>
                    <a:pt x="34036" y="62357"/>
                  </a:lnTo>
                  <a:lnTo>
                    <a:pt x="34036" y="68072"/>
                  </a:lnTo>
                  <a:cubicBezTo>
                    <a:pt x="29464" y="68072"/>
                    <a:pt x="25146" y="67183"/>
                    <a:pt x="20955" y="65532"/>
                  </a:cubicBezTo>
                  <a:cubicBezTo>
                    <a:pt x="16764" y="63754"/>
                    <a:pt x="13081" y="61341"/>
                    <a:pt x="9906" y="58166"/>
                  </a:cubicBezTo>
                  <a:cubicBezTo>
                    <a:pt x="6731" y="54991"/>
                    <a:pt x="4191" y="51308"/>
                    <a:pt x="2540" y="47117"/>
                  </a:cubicBezTo>
                  <a:lnTo>
                    <a:pt x="7747" y="44958"/>
                  </a:lnTo>
                  <a:lnTo>
                    <a:pt x="2540" y="47117"/>
                  </a:lnTo>
                  <a:cubicBezTo>
                    <a:pt x="762" y="42926"/>
                    <a:pt x="0" y="38608"/>
                    <a:pt x="0" y="34036"/>
                  </a:cubicBezTo>
                  <a:lnTo>
                    <a:pt x="5715" y="34036"/>
                  </a:lnTo>
                  <a:lnTo>
                    <a:pt x="0" y="34036"/>
                  </a:lnTo>
                  <a:cubicBezTo>
                    <a:pt x="0" y="29464"/>
                    <a:pt x="889" y="25146"/>
                    <a:pt x="2540" y="20955"/>
                  </a:cubicBezTo>
                  <a:lnTo>
                    <a:pt x="7747" y="23114"/>
                  </a:lnTo>
                  <a:lnTo>
                    <a:pt x="2540" y="20955"/>
                  </a:lnTo>
                  <a:cubicBezTo>
                    <a:pt x="4318" y="16764"/>
                    <a:pt x="6731" y="13081"/>
                    <a:pt x="9906" y="9906"/>
                  </a:cubicBezTo>
                  <a:lnTo>
                    <a:pt x="13970" y="13970"/>
                  </a:lnTo>
                  <a:lnTo>
                    <a:pt x="9906" y="9906"/>
                  </a:lnTo>
                  <a:cubicBezTo>
                    <a:pt x="13081" y="6731"/>
                    <a:pt x="16764" y="4191"/>
                    <a:pt x="20955" y="2540"/>
                  </a:cubicBezTo>
                  <a:cubicBezTo>
                    <a:pt x="25146" y="762"/>
                    <a:pt x="29464" y="0"/>
                    <a:pt x="34036" y="0"/>
                  </a:cubicBezTo>
                  <a:lnTo>
                    <a:pt x="34036" y="5715"/>
                  </a:lnTo>
                  <a:lnTo>
                    <a:pt x="34036" y="0"/>
                  </a:lnTo>
                  <a:cubicBezTo>
                    <a:pt x="38608" y="0"/>
                    <a:pt x="42926" y="889"/>
                    <a:pt x="47117" y="2540"/>
                  </a:cubicBezTo>
                  <a:cubicBezTo>
                    <a:pt x="51308" y="4318"/>
                    <a:pt x="54991" y="6731"/>
                    <a:pt x="58166" y="9906"/>
                  </a:cubicBezTo>
                  <a:lnTo>
                    <a:pt x="54102" y="13970"/>
                  </a:lnTo>
                  <a:lnTo>
                    <a:pt x="58166" y="9906"/>
                  </a:lnTo>
                  <a:cubicBezTo>
                    <a:pt x="61341" y="13081"/>
                    <a:pt x="63881" y="16764"/>
                    <a:pt x="65532" y="20955"/>
                  </a:cubicBezTo>
                  <a:cubicBezTo>
                    <a:pt x="67310" y="25146"/>
                    <a:pt x="68072" y="29464"/>
                    <a:pt x="68072" y="34036"/>
                  </a:cubicBezTo>
                  <a:lnTo>
                    <a:pt x="62357" y="34036"/>
                  </a:lnTo>
                  <a:lnTo>
                    <a:pt x="68072" y="34036"/>
                  </a:lnTo>
                  <a:moveTo>
                    <a:pt x="56642" y="34036"/>
                  </a:moveTo>
                  <a:cubicBezTo>
                    <a:pt x="56642" y="30988"/>
                    <a:pt x="56007" y="28194"/>
                    <a:pt x="54864" y="25400"/>
                  </a:cubicBezTo>
                  <a:lnTo>
                    <a:pt x="60071" y="23241"/>
                  </a:lnTo>
                  <a:lnTo>
                    <a:pt x="54864" y="25400"/>
                  </a:lnTo>
                  <a:cubicBezTo>
                    <a:pt x="53721" y="22606"/>
                    <a:pt x="52070" y="20193"/>
                    <a:pt x="49911" y="18034"/>
                  </a:cubicBezTo>
                  <a:cubicBezTo>
                    <a:pt x="47752" y="15875"/>
                    <a:pt x="45339" y="14224"/>
                    <a:pt x="42545" y="13081"/>
                  </a:cubicBezTo>
                  <a:lnTo>
                    <a:pt x="44704" y="7874"/>
                  </a:lnTo>
                  <a:lnTo>
                    <a:pt x="42545" y="13081"/>
                  </a:lnTo>
                  <a:cubicBezTo>
                    <a:pt x="39751" y="11938"/>
                    <a:pt x="36830" y="11303"/>
                    <a:pt x="33909" y="11303"/>
                  </a:cubicBezTo>
                  <a:cubicBezTo>
                    <a:pt x="30988" y="11303"/>
                    <a:pt x="28067" y="11938"/>
                    <a:pt x="25273" y="13081"/>
                  </a:cubicBezTo>
                  <a:lnTo>
                    <a:pt x="23114" y="7874"/>
                  </a:lnTo>
                  <a:lnTo>
                    <a:pt x="25273" y="13081"/>
                  </a:lnTo>
                  <a:cubicBezTo>
                    <a:pt x="22479" y="14224"/>
                    <a:pt x="20066" y="15875"/>
                    <a:pt x="17907" y="18034"/>
                  </a:cubicBezTo>
                  <a:cubicBezTo>
                    <a:pt x="15748" y="20193"/>
                    <a:pt x="14097" y="22606"/>
                    <a:pt x="12954" y="25400"/>
                  </a:cubicBezTo>
                  <a:cubicBezTo>
                    <a:pt x="11811" y="28194"/>
                    <a:pt x="11176" y="31115"/>
                    <a:pt x="11176" y="34036"/>
                  </a:cubicBezTo>
                  <a:cubicBezTo>
                    <a:pt x="11176" y="36957"/>
                    <a:pt x="11811" y="39878"/>
                    <a:pt x="12954" y="42672"/>
                  </a:cubicBezTo>
                  <a:cubicBezTo>
                    <a:pt x="14097" y="45466"/>
                    <a:pt x="15748" y="47879"/>
                    <a:pt x="17907" y="50038"/>
                  </a:cubicBezTo>
                  <a:lnTo>
                    <a:pt x="13843" y="54102"/>
                  </a:lnTo>
                  <a:lnTo>
                    <a:pt x="17907" y="50038"/>
                  </a:lnTo>
                  <a:cubicBezTo>
                    <a:pt x="20066" y="52197"/>
                    <a:pt x="22479" y="53848"/>
                    <a:pt x="25273" y="54991"/>
                  </a:cubicBezTo>
                  <a:lnTo>
                    <a:pt x="23114" y="60198"/>
                  </a:lnTo>
                  <a:lnTo>
                    <a:pt x="25273" y="54991"/>
                  </a:lnTo>
                  <a:cubicBezTo>
                    <a:pt x="28067" y="56134"/>
                    <a:pt x="30988" y="56769"/>
                    <a:pt x="33909" y="56769"/>
                  </a:cubicBezTo>
                  <a:cubicBezTo>
                    <a:pt x="36830" y="56769"/>
                    <a:pt x="39751" y="56134"/>
                    <a:pt x="42545" y="54991"/>
                  </a:cubicBezTo>
                  <a:lnTo>
                    <a:pt x="44704" y="60198"/>
                  </a:lnTo>
                  <a:lnTo>
                    <a:pt x="42545" y="54991"/>
                  </a:lnTo>
                  <a:cubicBezTo>
                    <a:pt x="45339" y="53848"/>
                    <a:pt x="47752" y="52197"/>
                    <a:pt x="49911" y="50038"/>
                  </a:cubicBezTo>
                  <a:lnTo>
                    <a:pt x="53975" y="54102"/>
                  </a:lnTo>
                  <a:lnTo>
                    <a:pt x="49911" y="50038"/>
                  </a:lnTo>
                  <a:cubicBezTo>
                    <a:pt x="52070" y="47879"/>
                    <a:pt x="53721" y="45466"/>
                    <a:pt x="54864" y="42672"/>
                  </a:cubicBezTo>
                  <a:cubicBezTo>
                    <a:pt x="56007" y="39878"/>
                    <a:pt x="56642" y="36957"/>
                    <a:pt x="56642" y="34036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516099" y="7151265"/>
            <a:ext cx="911388" cy="2549186"/>
            <a:chOff x="0" y="0"/>
            <a:chExt cx="641350" cy="17938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34823" y="177927"/>
              <a:ext cx="171450" cy="1552575"/>
            </a:xfrm>
            <a:custGeom>
              <a:avLst/>
              <a:gdLst/>
              <a:ahLst/>
              <a:cxnLst/>
              <a:rect r="r" b="b" t="t" l="l"/>
              <a:pathLst>
                <a:path h="1552575" w="171450">
                  <a:moveTo>
                    <a:pt x="127" y="1530985"/>
                  </a:moveTo>
                  <a:lnTo>
                    <a:pt x="127" y="21336"/>
                  </a:lnTo>
                  <a:cubicBezTo>
                    <a:pt x="127" y="18542"/>
                    <a:pt x="635" y="15748"/>
                    <a:pt x="1778" y="13208"/>
                  </a:cubicBezTo>
                  <a:cubicBezTo>
                    <a:pt x="2921" y="10668"/>
                    <a:pt x="4445" y="8255"/>
                    <a:pt x="6477" y="6223"/>
                  </a:cubicBezTo>
                  <a:cubicBezTo>
                    <a:pt x="8509" y="4191"/>
                    <a:pt x="10795" y="2667"/>
                    <a:pt x="13462" y="1651"/>
                  </a:cubicBezTo>
                  <a:cubicBezTo>
                    <a:pt x="16129" y="635"/>
                    <a:pt x="18796" y="0"/>
                    <a:pt x="21717" y="0"/>
                  </a:cubicBezTo>
                  <a:lnTo>
                    <a:pt x="150114" y="0"/>
                  </a:lnTo>
                  <a:cubicBezTo>
                    <a:pt x="152908" y="0"/>
                    <a:pt x="155702" y="508"/>
                    <a:pt x="158242" y="1651"/>
                  </a:cubicBezTo>
                  <a:cubicBezTo>
                    <a:pt x="160782" y="2794"/>
                    <a:pt x="163195" y="4318"/>
                    <a:pt x="165227" y="6223"/>
                  </a:cubicBezTo>
                  <a:cubicBezTo>
                    <a:pt x="167259" y="8128"/>
                    <a:pt x="168783" y="10541"/>
                    <a:pt x="169799" y="13208"/>
                  </a:cubicBezTo>
                  <a:cubicBezTo>
                    <a:pt x="170815" y="15875"/>
                    <a:pt x="171450" y="18542"/>
                    <a:pt x="171450" y="21336"/>
                  </a:cubicBezTo>
                  <a:lnTo>
                    <a:pt x="171450" y="1530985"/>
                  </a:lnTo>
                  <a:cubicBezTo>
                    <a:pt x="171450" y="1533779"/>
                    <a:pt x="170942" y="1536573"/>
                    <a:pt x="169799" y="1539240"/>
                  </a:cubicBezTo>
                  <a:cubicBezTo>
                    <a:pt x="168656" y="1541907"/>
                    <a:pt x="167132" y="1544193"/>
                    <a:pt x="165227" y="1546225"/>
                  </a:cubicBezTo>
                  <a:cubicBezTo>
                    <a:pt x="163322" y="1548257"/>
                    <a:pt x="160909" y="1549781"/>
                    <a:pt x="158242" y="1550924"/>
                  </a:cubicBezTo>
                  <a:cubicBezTo>
                    <a:pt x="155575" y="1552067"/>
                    <a:pt x="152908" y="1552575"/>
                    <a:pt x="150114" y="1552575"/>
                  </a:cubicBezTo>
                  <a:lnTo>
                    <a:pt x="21590" y="1552575"/>
                  </a:lnTo>
                  <a:cubicBezTo>
                    <a:pt x="18796" y="1552575"/>
                    <a:pt x="16002" y="1552067"/>
                    <a:pt x="13335" y="1550924"/>
                  </a:cubicBezTo>
                  <a:cubicBezTo>
                    <a:pt x="10668" y="1549781"/>
                    <a:pt x="8382" y="1548257"/>
                    <a:pt x="6350" y="1546225"/>
                  </a:cubicBezTo>
                  <a:cubicBezTo>
                    <a:pt x="4318" y="1544193"/>
                    <a:pt x="2794" y="1541907"/>
                    <a:pt x="1651" y="1539240"/>
                  </a:cubicBezTo>
                  <a:cubicBezTo>
                    <a:pt x="508" y="1536573"/>
                    <a:pt x="0" y="1533906"/>
                    <a:pt x="0" y="1530985"/>
                  </a:cubicBezTo>
                </a:path>
              </a:pathLst>
            </a:custGeom>
            <a:solidFill>
              <a:srgbClr val="4C5052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63500" y="63500"/>
              <a:ext cx="514477" cy="514350"/>
            </a:xfrm>
            <a:custGeom>
              <a:avLst/>
              <a:gdLst/>
              <a:ahLst/>
              <a:cxnLst/>
              <a:rect r="r" b="b" t="t" l="l"/>
              <a:pathLst>
                <a:path h="514350" w="514477">
                  <a:moveTo>
                    <a:pt x="514350" y="257175"/>
                  </a:moveTo>
                  <a:cubicBezTo>
                    <a:pt x="514350" y="265557"/>
                    <a:pt x="513969" y="273939"/>
                    <a:pt x="513080" y="282448"/>
                  </a:cubicBezTo>
                  <a:cubicBezTo>
                    <a:pt x="512191" y="290957"/>
                    <a:pt x="511048" y="299212"/>
                    <a:pt x="509397" y="307340"/>
                  </a:cubicBezTo>
                  <a:cubicBezTo>
                    <a:pt x="507746" y="315468"/>
                    <a:pt x="505714" y="323723"/>
                    <a:pt x="503301" y="331851"/>
                  </a:cubicBezTo>
                  <a:cubicBezTo>
                    <a:pt x="500888" y="339979"/>
                    <a:pt x="497967" y="347853"/>
                    <a:pt x="494792" y="355600"/>
                  </a:cubicBezTo>
                  <a:cubicBezTo>
                    <a:pt x="491617" y="363347"/>
                    <a:pt x="487934" y="370967"/>
                    <a:pt x="483997" y="378460"/>
                  </a:cubicBezTo>
                  <a:cubicBezTo>
                    <a:pt x="480060" y="385953"/>
                    <a:pt x="475742" y="393065"/>
                    <a:pt x="471043" y="400050"/>
                  </a:cubicBezTo>
                  <a:cubicBezTo>
                    <a:pt x="466344" y="407035"/>
                    <a:pt x="461391" y="413766"/>
                    <a:pt x="456057" y="420370"/>
                  </a:cubicBezTo>
                  <a:cubicBezTo>
                    <a:pt x="450723" y="426974"/>
                    <a:pt x="445008" y="433070"/>
                    <a:pt x="439039" y="439039"/>
                  </a:cubicBezTo>
                  <a:cubicBezTo>
                    <a:pt x="433070" y="445008"/>
                    <a:pt x="426847" y="450596"/>
                    <a:pt x="420370" y="456057"/>
                  </a:cubicBezTo>
                  <a:cubicBezTo>
                    <a:pt x="413893" y="461518"/>
                    <a:pt x="407162" y="466344"/>
                    <a:pt x="400050" y="471043"/>
                  </a:cubicBezTo>
                  <a:cubicBezTo>
                    <a:pt x="392938" y="475742"/>
                    <a:pt x="385826" y="480060"/>
                    <a:pt x="378460" y="483997"/>
                  </a:cubicBezTo>
                  <a:cubicBezTo>
                    <a:pt x="371094" y="487934"/>
                    <a:pt x="363474" y="491617"/>
                    <a:pt x="355600" y="494792"/>
                  </a:cubicBezTo>
                  <a:cubicBezTo>
                    <a:pt x="347726" y="497967"/>
                    <a:pt x="339852" y="500888"/>
                    <a:pt x="331851" y="503301"/>
                  </a:cubicBezTo>
                  <a:cubicBezTo>
                    <a:pt x="323850" y="505714"/>
                    <a:pt x="315595" y="507746"/>
                    <a:pt x="307340" y="509397"/>
                  </a:cubicBezTo>
                  <a:cubicBezTo>
                    <a:pt x="299085" y="511048"/>
                    <a:pt x="290703" y="512318"/>
                    <a:pt x="282321" y="513080"/>
                  </a:cubicBezTo>
                  <a:cubicBezTo>
                    <a:pt x="273939" y="513842"/>
                    <a:pt x="265557" y="514350"/>
                    <a:pt x="257048" y="514350"/>
                  </a:cubicBezTo>
                  <a:cubicBezTo>
                    <a:pt x="248539" y="514350"/>
                    <a:pt x="240284" y="513969"/>
                    <a:pt x="231902" y="513080"/>
                  </a:cubicBezTo>
                  <a:cubicBezTo>
                    <a:pt x="223520" y="512191"/>
                    <a:pt x="215138" y="511048"/>
                    <a:pt x="206883" y="509397"/>
                  </a:cubicBezTo>
                  <a:cubicBezTo>
                    <a:pt x="198628" y="507746"/>
                    <a:pt x="190500" y="505714"/>
                    <a:pt x="182372" y="503301"/>
                  </a:cubicBezTo>
                  <a:cubicBezTo>
                    <a:pt x="174244" y="500888"/>
                    <a:pt x="166370" y="497967"/>
                    <a:pt x="158623" y="494792"/>
                  </a:cubicBezTo>
                  <a:cubicBezTo>
                    <a:pt x="150876" y="491617"/>
                    <a:pt x="143256" y="487934"/>
                    <a:pt x="135763" y="483997"/>
                  </a:cubicBezTo>
                  <a:cubicBezTo>
                    <a:pt x="128270" y="480060"/>
                    <a:pt x="121158" y="475742"/>
                    <a:pt x="114173" y="471043"/>
                  </a:cubicBezTo>
                  <a:cubicBezTo>
                    <a:pt x="107188" y="466344"/>
                    <a:pt x="100457" y="461391"/>
                    <a:pt x="93853" y="456057"/>
                  </a:cubicBezTo>
                  <a:cubicBezTo>
                    <a:pt x="87249" y="450723"/>
                    <a:pt x="81153" y="445008"/>
                    <a:pt x="75184" y="439039"/>
                  </a:cubicBezTo>
                  <a:cubicBezTo>
                    <a:pt x="69215" y="433070"/>
                    <a:pt x="63627" y="426847"/>
                    <a:pt x="58293" y="420370"/>
                  </a:cubicBezTo>
                  <a:cubicBezTo>
                    <a:pt x="52959" y="413893"/>
                    <a:pt x="47879" y="407162"/>
                    <a:pt x="43307" y="400050"/>
                  </a:cubicBezTo>
                  <a:cubicBezTo>
                    <a:pt x="38735" y="392938"/>
                    <a:pt x="34290" y="385826"/>
                    <a:pt x="30353" y="378460"/>
                  </a:cubicBezTo>
                  <a:cubicBezTo>
                    <a:pt x="26416" y="371094"/>
                    <a:pt x="22733" y="363474"/>
                    <a:pt x="19558" y="355600"/>
                  </a:cubicBezTo>
                  <a:cubicBezTo>
                    <a:pt x="16383" y="347726"/>
                    <a:pt x="13462" y="339852"/>
                    <a:pt x="11049" y="331851"/>
                  </a:cubicBezTo>
                  <a:cubicBezTo>
                    <a:pt x="8636" y="323850"/>
                    <a:pt x="6604" y="315595"/>
                    <a:pt x="4953" y="307340"/>
                  </a:cubicBezTo>
                  <a:cubicBezTo>
                    <a:pt x="3302" y="299085"/>
                    <a:pt x="2032" y="290703"/>
                    <a:pt x="1270" y="282448"/>
                  </a:cubicBezTo>
                  <a:cubicBezTo>
                    <a:pt x="508" y="274193"/>
                    <a:pt x="0" y="265557"/>
                    <a:pt x="0" y="257175"/>
                  </a:cubicBezTo>
                  <a:cubicBezTo>
                    <a:pt x="0" y="248793"/>
                    <a:pt x="381" y="240411"/>
                    <a:pt x="1270" y="231902"/>
                  </a:cubicBezTo>
                  <a:cubicBezTo>
                    <a:pt x="2159" y="223393"/>
                    <a:pt x="3302" y="215138"/>
                    <a:pt x="4953" y="206883"/>
                  </a:cubicBezTo>
                  <a:cubicBezTo>
                    <a:pt x="6604" y="198628"/>
                    <a:pt x="8636" y="190500"/>
                    <a:pt x="11049" y="182372"/>
                  </a:cubicBezTo>
                  <a:cubicBezTo>
                    <a:pt x="13462" y="174244"/>
                    <a:pt x="16383" y="166370"/>
                    <a:pt x="19558" y="158623"/>
                  </a:cubicBezTo>
                  <a:cubicBezTo>
                    <a:pt x="22733" y="150876"/>
                    <a:pt x="26416" y="143256"/>
                    <a:pt x="30353" y="135763"/>
                  </a:cubicBezTo>
                  <a:cubicBezTo>
                    <a:pt x="34290" y="128270"/>
                    <a:pt x="38608" y="121158"/>
                    <a:pt x="43307" y="114173"/>
                  </a:cubicBezTo>
                  <a:cubicBezTo>
                    <a:pt x="48006" y="107188"/>
                    <a:pt x="52959" y="100457"/>
                    <a:pt x="58293" y="93853"/>
                  </a:cubicBezTo>
                  <a:cubicBezTo>
                    <a:pt x="63627" y="87249"/>
                    <a:pt x="69342" y="81153"/>
                    <a:pt x="75184" y="75184"/>
                  </a:cubicBezTo>
                  <a:cubicBezTo>
                    <a:pt x="81026" y="69215"/>
                    <a:pt x="87376" y="63627"/>
                    <a:pt x="93853" y="58166"/>
                  </a:cubicBezTo>
                  <a:cubicBezTo>
                    <a:pt x="100330" y="52705"/>
                    <a:pt x="107061" y="47879"/>
                    <a:pt x="114173" y="43180"/>
                  </a:cubicBezTo>
                  <a:cubicBezTo>
                    <a:pt x="121285" y="38481"/>
                    <a:pt x="128397" y="34163"/>
                    <a:pt x="135763" y="30226"/>
                  </a:cubicBezTo>
                  <a:cubicBezTo>
                    <a:pt x="143129" y="26289"/>
                    <a:pt x="150749" y="22606"/>
                    <a:pt x="158623" y="19431"/>
                  </a:cubicBezTo>
                  <a:cubicBezTo>
                    <a:pt x="166497" y="16256"/>
                    <a:pt x="174371" y="13335"/>
                    <a:pt x="182372" y="10922"/>
                  </a:cubicBezTo>
                  <a:cubicBezTo>
                    <a:pt x="190373" y="8509"/>
                    <a:pt x="198628" y="6477"/>
                    <a:pt x="206883" y="4826"/>
                  </a:cubicBezTo>
                  <a:cubicBezTo>
                    <a:pt x="215138" y="3175"/>
                    <a:pt x="223520" y="1905"/>
                    <a:pt x="231902" y="1143"/>
                  </a:cubicBezTo>
                  <a:cubicBezTo>
                    <a:pt x="240284" y="381"/>
                    <a:pt x="248793" y="0"/>
                    <a:pt x="257175" y="0"/>
                  </a:cubicBezTo>
                  <a:cubicBezTo>
                    <a:pt x="265557" y="0"/>
                    <a:pt x="274066" y="381"/>
                    <a:pt x="282448" y="1270"/>
                  </a:cubicBezTo>
                  <a:cubicBezTo>
                    <a:pt x="290830" y="2159"/>
                    <a:pt x="299212" y="3302"/>
                    <a:pt x="307467" y="4953"/>
                  </a:cubicBezTo>
                  <a:cubicBezTo>
                    <a:pt x="315722" y="6604"/>
                    <a:pt x="323850" y="8636"/>
                    <a:pt x="331978" y="11049"/>
                  </a:cubicBezTo>
                  <a:cubicBezTo>
                    <a:pt x="340106" y="13462"/>
                    <a:pt x="347980" y="16383"/>
                    <a:pt x="355727" y="19558"/>
                  </a:cubicBezTo>
                  <a:cubicBezTo>
                    <a:pt x="363474" y="22733"/>
                    <a:pt x="371094" y="26416"/>
                    <a:pt x="378587" y="30353"/>
                  </a:cubicBezTo>
                  <a:cubicBezTo>
                    <a:pt x="386080" y="34290"/>
                    <a:pt x="393192" y="38608"/>
                    <a:pt x="400177" y="43307"/>
                  </a:cubicBezTo>
                  <a:cubicBezTo>
                    <a:pt x="407162" y="48006"/>
                    <a:pt x="413893" y="52959"/>
                    <a:pt x="420497" y="58293"/>
                  </a:cubicBezTo>
                  <a:cubicBezTo>
                    <a:pt x="427101" y="63627"/>
                    <a:pt x="433197" y="69342"/>
                    <a:pt x="439166" y="75311"/>
                  </a:cubicBezTo>
                  <a:cubicBezTo>
                    <a:pt x="445135" y="81280"/>
                    <a:pt x="450723" y="87503"/>
                    <a:pt x="456184" y="93980"/>
                  </a:cubicBezTo>
                  <a:cubicBezTo>
                    <a:pt x="461645" y="100457"/>
                    <a:pt x="466471" y="107188"/>
                    <a:pt x="471170" y="114300"/>
                  </a:cubicBezTo>
                  <a:cubicBezTo>
                    <a:pt x="475869" y="121412"/>
                    <a:pt x="480187" y="128524"/>
                    <a:pt x="484124" y="135890"/>
                  </a:cubicBezTo>
                  <a:cubicBezTo>
                    <a:pt x="488061" y="143256"/>
                    <a:pt x="491744" y="150876"/>
                    <a:pt x="494919" y="158750"/>
                  </a:cubicBezTo>
                  <a:cubicBezTo>
                    <a:pt x="498094" y="166624"/>
                    <a:pt x="501015" y="174498"/>
                    <a:pt x="503428" y="182499"/>
                  </a:cubicBezTo>
                  <a:cubicBezTo>
                    <a:pt x="505841" y="190500"/>
                    <a:pt x="507873" y="198755"/>
                    <a:pt x="509524" y="207010"/>
                  </a:cubicBezTo>
                  <a:cubicBezTo>
                    <a:pt x="511175" y="215265"/>
                    <a:pt x="512445" y="223647"/>
                    <a:pt x="513207" y="232029"/>
                  </a:cubicBezTo>
                  <a:cubicBezTo>
                    <a:pt x="513969" y="240411"/>
                    <a:pt x="514477" y="248793"/>
                    <a:pt x="514477" y="257302"/>
                  </a:cubicBezTo>
                </a:path>
              </a:pathLst>
            </a:custGeom>
            <a:solidFill>
              <a:srgbClr val="4C505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93816" y="243134"/>
              <a:ext cx="43491" cy="36125"/>
            </a:xfrm>
            <a:custGeom>
              <a:avLst/>
              <a:gdLst/>
              <a:ahLst/>
              <a:cxnLst/>
              <a:rect r="r" b="b" t="t" l="l"/>
              <a:pathLst>
                <a:path h="36125" w="43491">
                  <a:moveTo>
                    <a:pt x="240" y="28900"/>
                  </a:moveTo>
                  <a:cubicBezTo>
                    <a:pt x="1256" y="25725"/>
                    <a:pt x="2399" y="23185"/>
                    <a:pt x="4685" y="20264"/>
                  </a:cubicBezTo>
                  <a:cubicBezTo>
                    <a:pt x="4939" y="20010"/>
                    <a:pt x="5193" y="19629"/>
                    <a:pt x="5447" y="19502"/>
                  </a:cubicBezTo>
                  <a:cubicBezTo>
                    <a:pt x="8114" y="17089"/>
                    <a:pt x="12432" y="14422"/>
                    <a:pt x="34784" y="833"/>
                  </a:cubicBezTo>
                  <a:cubicBezTo>
                    <a:pt x="37451" y="-818"/>
                    <a:pt x="41007" y="71"/>
                    <a:pt x="42658" y="2738"/>
                  </a:cubicBezTo>
                  <a:cubicBezTo>
                    <a:pt x="44309" y="5405"/>
                    <a:pt x="43420" y="8961"/>
                    <a:pt x="40753" y="10612"/>
                  </a:cubicBezTo>
                  <a:cubicBezTo>
                    <a:pt x="17766" y="24455"/>
                    <a:pt x="14718" y="26487"/>
                    <a:pt x="12940" y="28011"/>
                  </a:cubicBezTo>
                  <a:lnTo>
                    <a:pt x="9130" y="23693"/>
                  </a:lnTo>
                  <a:lnTo>
                    <a:pt x="13702" y="27122"/>
                  </a:lnTo>
                  <a:cubicBezTo>
                    <a:pt x="12432" y="28773"/>
                    <a:pt x="11797" y="30170"/>
                    <a:pt x="11162" y="32075"/>
                  </a:cubicBezTo>
                  <a:cubicBezTo>
                    <a:pt x="10273" y="35123"/>
                    <a:pt x="7098" y="36774"/>
                    <a:pt x="4050" y="35885"/>
                  </a:cubicBezTo>
                  <a:cubicBezTo>
                    <a:pt x="1002" y="34996"/>
                    <a:pt x="-649" y="31821"/>
                    <a:pt x="240" y="2877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93818" y="293934"/>
              <a:ext cx="44505" cy="36504"/>
            </a:xfrm>
            <a:custGeom>
              <a:avLst/>
              <a:gdLst/>
              <a:ahLst/>
              <a:cxnLst/>
              <a:rect r="r" b="b" t="t" l="l"/>
              <a:pathLst>
                <a:path h="36504" w="44505">
                  <a:moveTo>
                    <a:pt x="41640" y="10485"/>
                  </a:moveTo>
                  <a:cubicBezTo>
                    <a:pt x="16875" y="25598"/>
                    <a:pt x="13954" y="27757"/>
                    <a:pt x="12430" y="29281"/>
                  </a:cubicBezTo>
                  <a:lnTo>
                    <a:pt x="8493" y="25217"/>
                  </a:lnTo>
                  <a:lnTo>
                    <a:pt x="13065" y="28646"/>
                  </a:lnTo>
                  <a:cubicBezTo>
                    <a:pt x="12684" y="29154"/>
                    <a:pt x="11795" y="30678"/>
                    <a:pt x="11033" y="32710"/>
                  </a:cubicBezTo>
                  <a:cubicBezTo>
                    <a:pt x="10017" y="35631"/>
                    <a:pt x="6715" y="37282"/>
                    <a:pt x="3794" y="36139"/>
                  </a:cubicBezTo>
                  <a:cubicBezTo>
                    <a:pt x="873" y="34996"/>
                    <a:pt x="-778" y="31821"/>
                    <a:pt x="365" y="28900"/>
                  </a:cubicBezTo>
                  <a:cubicBezTo>
                    <a:pt x="1508" y="25979"/>
                    <a:pt x="2651" y="23439"/>
                    <a:pt x="3921" y="21788"/>
                  </a:cubicBezTo>
                  <a:cubicBezTo>
                    <a:pt x="4048" y="21534"/>
                    <a:pt x="4302" y="21280"/>
                    <a:pt x="4556" y="21026"/>
                  </a:cubicBezTo>
                  <a:cubicBezTo>
                    <a:pt x="7350" y="18359"/>
                    <a:pt x="11668" y="15438"/>
                    <a:pt x="35798" y="833"/>
                  </a:cubicBezTo>
                  <a:cubicBezTo>
                    <a:pt x="38465" y="-818"/>
                    <a:pt x="42021" y="71"/>
                    <a:pt x="43672" y="2738"/>
                  </a:cubicBezTo>
                  <a:cubicBezTo>
                    <a:pt x="45323" y="5405"/>
                    <a:pt x="44434" y="8961"/>
                    <a:pt x="41767" y="10612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434068" y="308846"/>
              <a:ext cx="22878" cy="35270"/>
            </a:xfrm>
            <a:custGeom>
              <a:avLst/>
              <a:gdLst/>
              <a:ahLst/>
              <a:cxnLst/>
              <a:rect r="r" b="b" t="t" l="l"/>
              <a:pathLst>
                <a:path h="35270" w="22878">
                  <a:moveTo>
                    <a:pt x="11829" y="780"/>
                  </a:moveTo>
                  <a:cubicBezTo>
                    <a:pt x="15766" y="3320"/>
                    <a:pt x="18560" y="5733"/>
                    <a:pt x="19957" y="7638"/>
                  </a:cubicBezTo>
                  <a:cubicBezTo>
                    <a:pt x="20211" y="7892"/>
                    <a:pt x="20338" y="8146"/>
                    <a:pt x="20465" y="8527"/>
                  </a:cubicBezTo>
                  <a:cubicBezTo>
                    <a:pt x="21989" y="11448"/>
                    <a:pt x="22751" y="14623"/>
                    <a:pt x="22878" y="16909"/>
                  </a:cubicBezTo>
                  <a:cubicBezTo>
                    <a:pt x="22878" y="17163"/>
                    <a:pt x="22878" y="17290"/>
                    <a:pt x="22878" y="17544"/>
                  </a:cubicBezTo>
                  <a:cubicBezTo>
                    <a:pt x="22878" y="17925"/>
                    <a:pt x="22751" y="18433"/>
                    <a:pt x="22751" y="18814"/>
                  </a:cubicBezTo>
                  <a:cubicBezTo>
                    <a:pt x="21862" y="22116"/>
                    <a:pt x="20973" y="24148"/>
                    <a:pt x="18687" y="27069"/>
                  </a:cubicBezTo>
                  <a:cubicBezTo>
                    <a:pt x="18433" y="27450"/>
                    <a:pt x="18179" y="27704"/>
                    <a:pt x="17798" y="27958"/>
                  </a:cubicBezTo>
                  <a:cubicBezTo>
                    <a:pt x="15893" y="29609"/>
                    <a:pt x="12845" y="31768"/>
                    <a:pt x="8781" y="34308"/>
                  </a:cubicBezTo>
                  <a:cubicBezTo>
                    <a:pt x="6114" y="36086"/>
                    <a:pt x="2558" y="35324"/>
                    <a:pt x="907" y="32657"/>
                  </a:cubicBezTo>
                  <a:cubicBezTo>
                    <a:pt x="-744" y="29990"/>
                    <a:pt x="-109" y="26434"/>
                    <a:pt x="2558" y="24783"/>
                  </a:cubicBezTo>
                  <a:cubicBezTo>
                    <a:pt x="6622" y="22116"/>
                    <a:pt x="9162" y="20338"/>
                    <a:pt x="10559" y="19195"/>
                  </a:cubicBezTo>
                  <a:lnTo>
                    <a:pt x="14242" y="23513"/>
                  </a:lnTo>
                  <a:lnTo>
                    <a:pt x="9670" y="20084"/>
                  </a:lnTo>
                  <a:cubicBezTo>
                    <a:pt x="11067" y="18306"/>
                    <a:pt x="11321" y="17671"/>
                    <a:pt x="11702" y="15893"/>
                  </a:cubicBezTo>
                  <a:lnTo>
                    <a:pt x="17163" y="17290"/>
                  </a:lnTo>
                  <a:lnTo>
                    <a:pt x="11448" y="17163"/>
                  </a:lnTo>
                  <a:cubicBezTo>
                    <a:pt x="11448" y="17163"/>
                    <a:pt x="11448" y="17290"/>
                    <a:pt x="11448" y="17163"/>
                  </a:cubicBezTo>
                  <a:cubicBezTo>
                    <a:pt x="11448" y="16909"/>
                    <a:pt x="11194" y="15512"/>
                    <a:pt x="10432" y="13861"/>
                  </a:cubicBezTo>
                  <a:lnTo>
                    <a:pt x="15512" y="11194"/>
                  </a:lnTo>
                  <a:lnTo>
                    <a:pt x="11067" y="14750"/>
                  </a:lnTo>
                  <a:cubicBezTo>
                    <a:pt x="10686" y="14242"/>
                    <a:pt x="9035" y="12718"/>
                    <a:pt x="5606" y="10432"/>
                  </a:cubicBezTo>
                  <a:cubicBezTo>
                    <a:pt x="2939" y="8654"/>
                    <a:pt x="2304" y="5225"/>
                    <a:pt x="3955" y="2558"/>
                  </a:cubicBezTo>
                  <a:cubicBezTo>
                    <a:pt x="5606" y="-109"/>
                    <a:pt x="9162" y="-744"/>
                    <a:pt x="11829" y="907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301333" y="389852"/>
              <a:ext cx="44024" cy="18453"/>
            </a:xfrm>
            <a:custGeom>
              <a:avLst/>
              <a:gdLst/>
              <a:ahLst/>
              <a:cxnLst/>
              <a:rect r="r" b="b" t="t" l="l"/>
              <a:pathLst>
                <a:path h="18453" w="44024">
                  <a:moveTo>
                    <a:pt x="40805" y="13881"/>
                  </a:moveTo>
                  <a:cubicBezTo>
                    <a:pt x="36360" y="16167"/>
                    <a:pt x="32550" y="17437"/>
                    <a:pt x="27343" y="18326"/>
                  </a:cubicBezTo>
                  <a:cubicBezTo>
                    <a:pt x="26962" y="18326"/>
                    <a:pt x="26708" y="18453"/>
                    <a:pt x="26327" y="18453"/>
                  </a:cubicBezTo>
                  <a:cubicBezTo>
                    <a:pt x="22136" y="18453"/>
                    <a:pt x="17437" y="17564"/>
                    <a:pt x="13500" y="16294"/>
                  </a:cubicBezTo>
                  <a:cubicBezTo>
                    <a:pt x="13246" y="16167"/>
                    <a:pt x="12992" y="16167"/>
                    <a:pt x="12865" y="16040"/>
                  </a:cubicBezTo>
                  <a:cubicBezTo>
                    <a:pt x="10833" y="15024"/>
                    <a:pt x="7531" y="13246"/>
                    <a:pt x="2832" y="10579"/>
                  </a:cubicBezTo>
                  <a:cubicBezTo>
                    <a:pt x="165" y="8928"/>
                    <a:pt x="-851" y="5499"/>
                    <a:pt x="800" y="2832"/>
                  </a:cubicBezTo>
                  <a:cubicBezTo>
                    <a:pt x="2451" y="165"/>
                    <a:pt x="5880" y="-851"/>
                    <a:pt x="8547" y="800"/>
                  </a:cubicBezTo>
                  <a:cubicBezTo>
                    <a:pt x="13119" y="3467"/>
                    <a:pt x="16167" y="5118"/>
                    <a:pt x="17691" y="5880"/>
                  </a:cubicBezTo>
                  <a:lnTo>
                    <a:pt x="15278" y="11087"/>
                  </a:lnTo>
                  <a:lnTo>
                    <a:pt x="17056" y="5626"/>
                  </a:lnTo>
                  <a:cubicBezTo>
                    <a:pt x="19977" y="6515"/>
                    <a:pt x="23406" y="7150"/>
                    <a:pt x="26454" y="7150"/>
                  </a:cubicBezTo>
                  <a:lnTo>
                    <a:pt x="26454" y="12865"/>
                  </a:lnTo>
                  <a:lnTo>
                    <a:pt x="25438" y="7277"/>
                  </a:lnTo>
                  <a:cubicBezTo>
                    <a:pt x="29629" y="6515"/>
                    <a:pt x="32296" y="5626"/>
                    <a:pt x="35598" y="3975"/>
                  </a:cubicBezTo>
                  <a:cubicBezTo>
                    <a:pt x="38392" y="2451"/>
                    <a:pt x="41821" y="3594"/>
                    <a:pt x="43345" y="6388"/>
                  </a:cubicBezTo>
                  <a:cubicBezTo>
                    <a:pt x="44869" y="9182"/>
                    <a:pt x="43726" y="12611"/>
                    <a:pt x="40932" y="14135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93761" y="318983"/>
              <a:ext cx="47610" cy="39482"/>
            </a:xfrm>
            <a:custGeom>
              <a:avLst/>
              <a:gdLst/>
              <a:ahLst/>
              <a:cxnLst/>
              <a:rect r="r" b="b" t="t" l="l"/>
              <a:pathLst>
                <a:path h="39482" w="47610">
                  <a:moveTo>
                    <a:pt x="38903" y="38649"/>
                  </a:moveTo>
                  <a:cubicBezTo>
                    <a:pt x="8931" y="20361"/>
                    <a:pt x="5121" y="17440"/>
                    <a:pt x="2581" y="13884"/>
                  </a:cubicBezTo>
                  <a:cubicBezTo>
                    <a:pt x="2327" y="13503"/>
                    <a:pt x="2073" y="13122"/>
                    <a:pt x="1946" y="12741"/>
                  </a:cubicBezTo>
                  <a:cubicBezTo>
                    <a:pt x="1184" y="10963"/>
                    <a:pt x="676" y="9058"/>
                    <a:pt x="168" y="7026"/>
                  </a:cubicBezTo>
                  <a:cubicBezTo>
                    <a:pt x="-594" y="3978"/>
                    <a:pt x="1311" y="930"/>
                    <a:pt x="4359" y="168"/>
                  </a:cubicBezTo>
                  <a:cubicBezTo>
                    <a:pt x="7407" y="-594"/>
                    <a:pt x="10455" y="1311"/>
                    <a:pt x="11217" y="4359"/>
                  </a:cubicBezTo>
                  <a:cubicBezTo>
                    <a:pt x="11598" y="6010"/>
                    <a:pt x="11979" y="7280"/>
                    <a:pt x="12487" y="8296"/>
                  </a:cubicBezTo>
                  <a:lnTo>
                    <a:pt x="7280" y="10455"/>
                  </a:lnTo>
                  <a:lnTo>
                    <a:pt x="11852" y="7153"/>
                  </a:lnTo>
                  <a:cubicBezTo>
                    <a:pt x="12741" y="8296"/>
                    <a:pt x="13630" y="9693"/>
                    <a:pt x="44872" y="28870"/>
                  </a:cubicBezTo>
                  <a:cubicBezTo>
                    <a:pt x="47539" y="30521"/>
                    <a:pt x="48428" y="34077"/>
                    <a:pt x="46777" y="36744"/>
                  </a:cubicBezTo>
                  <a:cubicBezTo>
                    <a:pt x="45126" y="39411"/>
                    <a:pt x="41570" y="40300"/>
                    <a:pt x="38903" y="38649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99141" y="439827"/>
              <a:ext cx="46626" cy="19913"/>
            </a:xfrm>
            <a:custGeom>
              <a:avLst/>
              <a:gdLst/>
              <a:ahLst/>
              <a:cxnLst/>
              <a:rect r="r" b="b" t="t" l="l"/>
              <a:pathLst>
                <a:path h="19913" w="46626">
                  <a:moveTo>
                    <a:pt x="43378" y="14960"/>
                  </a:moveTo>
                  <a:cubicBezTo>
                    <a:pt x="38425" y="17627"/>
                    <a:pt x="33345" y="19278"/>
                    <a:pt x="28011" y="19913"/>
                  </a:cubicBezTo>
                  <a:cubicBezTo>
                    <a:pt x="27630" y="19913"/>
                    <a:pt x="27376" y="19913"/>
                    <a:pt x="26995" y="19913"/>
                  </a:cubicBezTo>
                  <a:cubicBezTo>
                    <a:pt x="22677" y="19659"/>
                    <a:pt x="17978" y="18770"/>
                    <a:pt x="14549" y="17373"/>
                  </a:cubicBezTo>
                  <a:cubicBezTo>
                    <a:pt x="14422" y="17246"/>
                    <a:pt x="14168" y="17246"/>
                    <a:pt x="14041" y="17119"/>
                  </a:cubicBezTo>
                  <a:cubicBezTo>
                    <a:pt x="11501" y="15849"/>
                    <a:pt x="7691" y="13690"/>
                    <a:pt x="2738" y="10642"/>
                  </a:cubicBezTo>
                  <a:cubicBezTo>
                    <a:pt x="71" y="8991"/>
                    <a:pt x="-818" y="5562"/>
                    <a:pt x="833" y="2768"/>
                  </a:cubicBezTo>
                  <a:cubicBezTo>
                    <a:pt x="2484" y="-26"/>
                    <a:pt x="5913" y="-788"/>
                    <a:pt x="8707" y="863"/>
                  </a:cubicBezTo>
                  <a:cubicBezTo>
                    <a:pt x="13533" y="3784"/>
                    <a:pt x="17089" y="5816"/>
                    <a:pt x="19375" y="6959"/>
                  </a:cubicBezTo>
                  <a:lnTo>
                    <a:pt x="16835" y="12039"/>
                  </a:lnTo>
                  <a:lnTo>
                    <a:pt x="18867" y="6705"/>
                  </a:lnTo>
                  <a:cubicBezTo>
                    <a:pt x="21026" y="7594"/>
                    <a:pt x="24582" y="8356"/>
                    <a:pt x="27757" y="8483"/>
                  </a:cubicBezTo>
                  <a:lnTo>
                    <a:pt x="27503" y="14198"/>
                  </a:lnTo>
                  <a:lnTo>
                    <a:pt x="26868" y="8483"/>
                  </a:lnTo>
                  <a:cubicBezTo>
                    <a:pt x="30678" y="7975"/>
                    <a:pt x="34361" y="6832"/>
                    <a:pt x="38171" y="4800"/>
                  </a:cubicBezTo>
                  <a:cubicBezTo>
                    <a:pt x="40965" y="3276"/>
                    <a:pt x="44394" y="4292"/>
                    <a:pt x="45918" y="7086"/>
                  </a:cubicBezTo>
                  <a:cubicBezTo>
                    <a:pt x="47442" y="9880"/>
                    <a:pt x="46426" y="13309"/>
                    <a:pt x="43632" y="1483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94516" y="360916"/>
              <a:ext cx="18703" cy="31213"/>
            </a:xfrm>
            <a:custGeom>
              <a:avLst/>
              <a:gdLst/>
              <a:ahLst/>
              <a:cxnLst/>
              <a:rect r="r" b="b" t="t" l="l"/>
              <a:pathLst>
                <a:path h="31213" w="18703">
                  <a:moveTo>
                    <a:pt x="9700" y="30498"/>
                  </a:moveTo>
                  <a:cubicBezTo>
                    <a:pt x="6017" y="28085"/>
                    <a:pt x="3096" y="25164"/>
                    <a:pt x="1064" y="21735"/>
                  </a:cubicBezTo>
                  <a:cubicBezTo>
                    <a:pt x="810" y="21227"/>
                    <a:pt x="556" y="20592"/>
                    <a:pt x="429" y="20084"/>
                  </a:cubicBezTo>
                  <a:cubicBezTo>
                    <a:pt x="-333" y="16528"/>
                    <a:pt x="-79" y="12083"/>
                    <a:pt x="1191" y="8781"/>
                  </a:cubicBezTo>
                  <a:cubicBezTo>
                    <a:pt x="1445" y="8273"/>
                    <a:pt x="1699" y="7765"/>
                    <a:pt x="2080" y="7257"/>
                  </a:cubicBezTo>
                  <a:cubicBezTo>
                    <a:pt x="3985" y="4971"/>
                    <a:pt x="6017" y="2939"/>
                    <a:pt x="8303" y="1161"/>
                  </a:cubicBezTo>
                  <a:cubicBezTo>
                    <a:pt x="10843" y="-744"/>
                    <a:pt x="14399" y="-236"/>
                    <a:pt x="16304" y="2177"/>
                  </a:cubicBezTo>
                  <a:cubicBezTo>
                    <a:pt x="18209" y="4590"/>
                    <a:pt x="17701" y="8273"/>
                    <a:pt x="15288" y="10178"/>
                  </a:cubicBezTo>
                  <a:cubicBezTo>
                    <a:pt x="13637" y="11448"/>
                    <a:pt x="12240" y="12845"/>
                    <a:pt x="10970" y="14369"/>
                  </a:cubicBezTo>
                  <a:lnTo>
                    <a:pt x="6525" y="10813"/>
                  </a:lnTo>
                  <a:lnTo>
                    <a:pt x="11859" y="12845"/>
                  </a:lnTo>
                  <a:cubicBezTo>
                    <a:pt x="11478" y="13861"/>
                    <a:pt x="11224" y="16020"/>
                    <a:pt x="11605" y="17544"/>
                  </a:cubicBezTo>
                  <a:lnTo>
                    <a:pt x="6017" y="18687"/>
                  </a:lnTo>
                  <a:lnTo>
                    <a:pt x="10970" y="15766"/>
                  </a:lnTo>
                  <a:cubicBezTo>
                    <a:pt x="11859" y="17417"/>
                    <a:pt x="13510" y="19068"/>
                    <a:pt x="16177" y="20846"/>
                  </a:cubicBezTo>
                  <a:cubicBezTo>
                    <a:pt x="18844" y="22624"/>
                    <a:pt x="19479" y="26180"/>
                    <a:pt x="17701" y="28720"/>
                  </a:cubicBezTo>
                  <a:cubicBezTo>
                    <a:pt x="15923" y="31260"/>
                    <a:pt x="12367" y="32022"/>
                    <a:pt x="9827" y="30244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300120" y="338093"/>
              <a:ext cx="45364" cy="18904"/>
            </a:xfrm>
            <a:custGeom>
              <a:avLst/>
              <a:gdLst/>
              <a:ahLst/>
              <a:cxnLst/>
              <a:rect r="r" b="b" t="t" l="l"/>
              <a:pathLst>
                <a:path h="18904" w="45364">
                  <a:moveTo>
                    <a:pt x="42399" y="13951"/>
                  </a:moveTo>
                  <a:cubicBezTo>
                    <a:pt x="38081" y="16237"/>
                    <a:pt x="33128" y="18015"/>
                    <a:pt x="28302" y="18777"/>
                  </a:cubicBezTo>
                  <a:cubicBezTo>
                    <a:pt x="27921" y="18777"/>
                    <a:pt x="27667" y="18904"/>
                    <a:pt x="27286" y="18904"/>
                  </a:cubicBezTo>
                  <a:cubicBezTo>
                    <a:pt x="22968" y="18904"/>
                    <a:pt x="18650" y="18142"/>
                    <a:pt x="13951" y="16618"/>
                  </a:cubicBezTo>
                  <a:cubicBezTo>
                    <a:pt x="13697" y="16491"/>
                    <a:pt x="13443" y="16491"/>
                    <a:pt x="13189" y="16364"/>
                  </a:cubicBezTo>
                  <a:cubicBezTo>
                    <a:pt x="10776" y="15221"/>
                    <a:pt x="7220" y="13189"/>
                    <a:pt x="2775" y="10522"/>
                  </a:cubicBezTo>
                  <a:cubicBezTo>
                    <a:pt x="108" y="8871"/>
                    <a:pt x="-781" y="5442"/>
                    <a:pt x="743" y="2775"/>
                  </a:cubicBezTo>
                  <a:cubicBezTo>
                    <a:pt x="2267" y="108"/>
                    <a:pt x="5823" y="-781"/>
                    <a:pt x="8490" y="743"/>
                  </a:cubicBezTo>
                  <a:cubicBezTo>
                    <a:pt x="12935" y="3410"/>
                    <a:pt x="16110" y="5061"/>
                    <a:pt x="18142" y="6077"/>
                  </a:cubicBezTo>
                  <a:lnTo>
                    <a:pt x="15602" y="11157"/>
                  </a:lnTo>
                  <a:lnTo>
                    <a:pt x="17380" y="5696"/>
                  </a:lnTo>
                  <a:cubicBezTo>
                    <a:pt x="21063" y="6839"/>
                    <a:pt x="24238" y="7474"/>
                    <a:pt x="27159" y="7474"/>
                  </a:cubicBezTo>
                  <a:lnTo>
                    <a:pt x="27159" y="13189"/>
                  </a:lnTo>
                  <a:lnTo>
                    <a:pt x="26270" y="7601"/>
                  </a:lnTo>
                  <a:cubicBezTo>
                    <a:pt x="29826" y="6966"/>
                    <a:pt x="33636" y="5696"/>
                    <a:pt x="36938" y="3918"/>
                  </a:cubicBezTo>
                  <a:cubicBezTo>
                    <a:pt x="39732" y="2394"/>
                    <a:pt x="43161" y="3537"/>
                    <a:pt x="44685" y="6331"/>
                  </a:cubicBezTo>
                  <a:cubicBezTo>
                    <a:pt x="46209" y="9125"/>
                    <a:pt x="45066" y="12554"/>
                    <a:pt x="42272" y="1407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93700" y="268039"/>
              <a:ext cx="44496" cy="37213"/>
            </a:xfrm>
            <a:custGeom>
              <a:avLst/>
              <a:gdLst/>
              <a:ahLst/>
              <a:cxnLst/>
              <a:rect r="r" b="b" t="t" l="l"/>
              <a:pathLst>
                <a:path h="37213" w="44496">
                  <a:moveTo>
                    <a:pt x="35789" y="36380"/>
                  </a:moveTo>
                  <a:cubicBezTo>
                    <a:pt x="11532" y="21521"/>
                    <a:pt x="7087" y="18473"/>
                    <a:pt x="5436" y="16949"/>
                  </a:cubicBezTo>
                  <a:cubicBezTo>
                    <a:pt x="5182" y="16695"/>
                    <a:pt x="5055" y="16568"/>
                    <a:pt x="4801" y="16314"/>
                  </a:cubicBezTo>
                  <a:cubicBezTo>
                    <a:pt x="2388" y="13266"/>
                    <a:pt x="1118" y="10472"/>
                    <a:pt x="229" y="7170"/>
                  </a:cubicBezTo>
                  <a:cubicBezTo>
                    <a:pt x="-660" y="4122"/>
                    <a:pt x="1118" y="947"/>
                    <a:pt x="4166" y="185"/>
                  </a:cubicBezTo>
                  <a:cubicBezTo>
                    <a:pt x="7214" y="-577"/>
                    <a:pt x="10389" y="1074"/>
                    <a:pt x="11151" y="4122"/>
                  </a:cubicBezTo>
                  <a:cubicBezTo>
                    <a:pt x="11786" y="6281"/>
                    <a:pt x="12421" y="7678"/>
                    <a:pt x="13691" y="9329"/>
                  </a:cubicBezTo>
                  <a:lnTo>
                    <a:pt x="9246" y="12758"/>
                  </a:lnTo>
                  <a:lnTo>
                    <a:pt x="13183" y="8567"/>
                  </a:lnTo>
                  <a:cubicBezTo>
                    <a:pt x="13818" y="9202"/>
                    <a:pt x="16739" y="11361"/>
                    <a:pt x="41758" y="26601"/>
                  </a:cubicBezTo>
                  <a:cubicBezTo>
                    <a:pt x="44425" y="28252"/>
                    <a:pt x="45314" y="31808"/>
                    <a:pt x="43663" y="34475"/>
                  </a:cubicBezTo>
                  <a:cubicBezTo>
                    <a:pt x="42012" y="37142"/>
                    <a:pt x="38456" y="38031"/>
                    <a:pt x="35789" y="3638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412933" y="294031"/>
              <a:ext cx="35448" cy="26110"/>
            </a:xfrm>
            <a:custGeom>
              <a:avLst/>
              <a:gdLst/>
              <a:ahLst/>
              <a:cxnLst/>
              <a:rect r="r" b="b" t="t" l="l"/>
              <a:pathLst>
                <a:path h="26110" w="35448">
                  <a:moveTo>
                    <a:pt x="8707" y="863"/>
                  </a:moveTo>
                  <a:lnTo>
                    <a:pt x="32710" y="15468"/>
                  </a:lnTo>
                  <a:cubicBezTo>
                    <a:pt x="35377" y="17119"/>
                    <a:pt x="36266" y="20548"/>
                    <a:pt x="34615" y="23342"/>
                  </a:cubicBezTo>
                  <a:cubicBezTo>
                    <a:pt x="32964" y="26136"/>
                    <a:pt x="29535" y="26898"/>
                    <a:pt x="26741" y="25247"/>
                  </a:cubicBezTo>
                  <a:lnTo>
                    <a:pt x="2738" y="10642"/>
                  </a:lnTo>
                  <a:cubicBezTo>
                    <a:pt x="71" y="8991"/>
                    <a:pt x="-818" y="5562"/>
                    <a:pt x="833" y="2768"/>
                  </a:cubicBezTo>
                  <a:cubicBezTo>
                    <a:pt x="2484" y="-26"/>
                    <a:pt x="5913" y="-788"/>
                    <a:pt x="8707" y="86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413441" y="345242"/>
              <a:ext cx="36210" cy="26685"/>
            </a:xfrm>
            <a:custGeom>
              <a:avLst/>
              <a:gdLst/>
              <a:ahLst/>
              <a:cxnLst/>
              <a:rect r="r" b="b" t="t" l="l"/>
              <a:pathLst>
                <a:path h="26685" w="36210">
                  <a:moveTo>
                    <a:pt x="8707" y="833"/>
                  </a:moveTo>
                  <a:lnTo>
                    <a:pt x="33472" y="16073"/>
                  </a:lnTo>
                  <a:cubicBezTo>
                    <a:pt x="36139" y="17724"/>
                    <a:pt x="37028" y="21280"/>
                    <a:pt x="35377" y="23947"/>
                  </a:cubicBezTo>
                  <a:cubicBezTo>
                    <a:pt x="33726" y="26614"/>
                    <a:pt x="30170" y="27503"/>
                    <a:pt x="27503" y="25852"/>
                  </a:cubicBezTo>
                  <a:lnTo>
                    <a:pt x="2738" y="10612"/>
                  </a:lnTo>
                  <a:cubicBezTo>
                    <a:pt x="71" y="8961"/>
                    <a:pt x="-818" y="5405"/>
                    <a:pt x="833" y="2738"/>
                  </a:cubicBezTo>
                  <a:cubicBezTo>
                    <a:pt x="2484" y="71"/>
                    <a:pt x="6040" y="-818"/>
                    <a:pt x="8707" y="83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333685" y="332415"/>
              <a:ext cx="111775" cy="71897"/>
            </a:xfrm>
            <a:custGeom>
              <a:avLst/>
              <a:gdLst/>
              <a:ahLst/>
              <a:cxnLst/>
              <a:rect r="r" b="b" t="t" l="l"/>
              <a:pathLst>
                <a:path h="71897" w="111775">
                  <a:moveTo>
                    <a:pt x="109037" y="10612"/>
                  </a:moveTo>
                  <a:lnTo>
                    <a:pt x="8707" y="71064"/>
                  </a:lnTo>
                  <a:cubicBezTo>
                    <a:pt x="6040" y="72715"/>
                    <a:pt x="2484" y="71826"/>
                    <a:pt x="833" y="69159"/>
                  </a:cubicBezTo>
                  <a:cubicBezTo>
                    <a:pt x="-818" y="66492"/>
                    <a:pt x="71" y="62936"/>
                    <a:pt x="2738" y="61285"/>
                  </a:cubicBezTo>
                  <a:lnTo>
                    <a:pt x="103068" y="833"/>
                  </a:lnTo>
                  <a:cubicBezTo>
                    <a:pt x="105735" y="-818"/>
                    <a:pt x="109291" y="71"/>
                    <a:pt x="110942" y="2738"/>
                  </a:cubicBezTo>
                  <a:cubicBezTo>
                    <a:pt x="112593" y="5405"/>
                    <a:pt x="111704" y="8961"/>
                    <a:pt x="109037" y="10612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433235" y="360226"/>
              <a:ext cx="23829" cy="34960"/>
            </a:xfrm>
            <a:custGeom>
              <a:avLst/>
              <a:gdLst/>
              <a:ahLst/>
              <a:cxnLst/>
              <a:rect r="r" b="b" t="t" l="l"/>
              <a:pathLst>
                <a:path h="34960" w="23829">
                  <a:moveTo>
                    <a:pt x="13424" y="835"/>
                  </a:moveTo>
                  <a:cubicBezTo>
                    <a:pt x="23330" y="6169"/>
                    <a:pt x="26251" y="14932"/>
                    <a:pt x="21806" y="22933"/>
                  </a:cubicBezTo>
                  <a:cubicBezTo>
                    <a:pt x="19012" y="28140"/>
                    <a:pt x="13678" y="32077"/>
                    <a:pt x="7963" y="34490"/>
                  </a:cubicBezTo>
                  <a:cubicBezTo>
                    <a:pt x="5042" y="35760"/>
                    <a:pt x="1740" y="34363"/>
                    <a:pt x="470" y="31442"/>
                  </a:cubicBezTo>
                  <a:cubicBezTo>
                    <a:pt x="-800" y="28521"/>
                    <a:pt x="597" y="25219"/>
                    <a:pt x="3518" y="23949"/>
                  </a:cubicBezTo>
                  <a:cubicBezTo>
                    <a:pt x="7709" y="22171"/>
                    <a:pt x="10630" y="19631"/>
                    <a:pt x="11773" y="17472"/>
                  </a:cubicBezTo>
                  <a:cubicBezTo>
                    <a:pt x="12535" y="15948"/>
                    <a:pt x="13424" y="13789"/>
                    <a:pt x="7963" y="10741"/>
                  </a:cubicBezTo>
                  <a:cubicBezTo>
                    <a:pt x="5169" y="9217"/>
                    <a:pt x="4153" y="5788"/>
                    <a:pt x="5677" y="2994"/>
                  </a:cubicBezTo>
                  <a:cubicBezTo>
                    <a:pt x="7201" y="200"/>
                    <a:pt x="10630" y="-816"/>
                    <a:pt x="13424" y="70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334066" y="383850"/>
              <a:ext cx="110632" cy="71643"/>
            </a:xfrm>
            <a:custGeom>
              <a:avLst/>
              <a:gdLst/>
              <a:ahLst/>
              <a:cxnLst/>
              <a:rect r="r" b="b" t="t" l="l"/>
              <a:pathLst>
                <a:path h="71643" w="110632">
                  <a:moveTo>
                    <a:pt x="107894" y="10612"/>
                  </a:moveTo>
                  <a:lnTo>
                    <a:pt x="8707" y="70810"/>
                  </a:lnTo>
                  <a:cubicBezTo>
                    <a:pt x="6040" y="72461"/>
                    <a:pt x="2484" y="71572"/>
                    <a:pt x="833" y="68905"/>
                  </a:cubicBezTo>
                  <a:cubicBezTo>
                    <a:pt x="-818" y="66238"/>
                    <a:pt x="71" y="62682"/>
                    <a:pt x="2738" y="61031"/>
                  </a:cubicBezTo>
                  <a:lnTo>
                    <a:pt x="101925" y="833"/>
                  </a:lnTo>
                  <a:cubicBezTo>
                    <a:pt x="104592" y="-818"/>
                    <a:pt x="108148" y="71"/>
                    <a:pt x="109799" y="2738"/>
                  </a:cubicBezTo>
                  <a:cubicBezTo>
                    <a:pt x="111450" y="5405"/>
                    <a:pt x="110561" y="8961"/>
                    <a:pt x="107894" y="10612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225862" y="195636"/>
              <a:ext cx="90566" cy="58943"/>
            </a:xfrm>
            <a:custGeom>
              <a:avLst/>
              <a:gdLst/>
              <a:ahLst/>
              <a:cxnLst/>
              <a:rect r="r" b="b" t="t" l="l"/>
              <a:pathLst>
                <a:path h="58943" w="90566">
                  <a:moveTo>
                    <a:pt x="2738" y="48331"/>
                  </a:moveTo>
                  <a:lnTo>
                    <a:pt x="81859" y="833"/>
                  </a:lnTo>
                  <a:cubicBezTo>
                    <a:pt x="84526" y="-818"/>
                    <a:pt x="88082" y="71"/>
                    <a:pt x="89733" y="2738"/>
                  </a:cubicBezTo>
                  <a:cubicBezTo>
                    <a:pt x="91384" y="5405"/>
                    <a:pt x="90495" y="8961"/>
                    <a:pt x="87828" y="10612"/>
                  </a:cubicBezTo>
                  <a:lnTo>
                    <a:pt x="8707" y="58110"/>
                  </a:lnTo>
                  <a:cubicBezTo>
                    <a:pt x="6040" y="59761"/>
                    <a:pt x="2484" y="58872"/>
                    <a:pt x="833" y="56205"/>
                  </a:cubicBezTo>
                  <a:cubicBezTo>
                    <a:pt x="-818" y="53538"/>
                    <a:pt x="71" y="49982"/>
                    <a:pt x="2738" y="4833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201732" y="380899"/>
              <a:ext cx="108854" cy="70433"/>
            </a:xfrm>
            <a:custGeom>
              <a:avLst/>
              <a:gdLst/>
              <a:ahLst/>
              <a:cxnLst/>
              <a:rect r="r" b="b" t="t" l="l"/>
              <a:pathLst>
                <a:path h="70433" w="108854">
                  <a:moveTo>
                    <a:pt x="100274" y="69570"/>
                  </a:moveTo>
                  <a:lnTo>
                    <a:pt x="2738" y="10642"/>
                  </a:lnTo>
                  <a:cubicBezTo>
                    <a:pt x="71" y="8991"/>
                    <a:pt x="-818" y="5562"/>
                    <a:pt x="833" y="2768"/>
                  </a:cubicBezTo>
                  <a:cubicBezTo>
                    <a:pt x="2484" y="-26"/>
                    <a:pt x="5913" y="-788"/>
                    <a:pt x="8707" y="863"/>
                  </a:cubicBezTo>
                  <a:lnTo>
                    <a:pt x="106116" y="59791"/>
                  </a:lnTo>
                  <a:cubicBezTo>
                    <a:pt x="108783" y="61442"/>
                    <a:pt x="109672" y="64871"/>
                    <a:pt x="108021" y="67665"/>
                  </a:cubicBezTo>
                  <a:cubicBezTo>
                    <a:pt x="106370" y="70459"/>
                    <a:pt x="102941" y="71221"/>
                    <a:pt x="100147" y="69570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305074" y="191090"/>
              <a:ext cx="45483" cy="18879"/>
            </a:xfrm>
            <a:custGeom>
              <a:avLst/>
              <a:gdLst/>
              <a:ahLst/>
              <a:cxnLst/>
              <a:rect r="r" b="b" t="t" l="l"/>
              <a:pathLst>
                <a:path h="18879" w="45483">
                  <a:moveTo>
                    <a:pt x="2520" y="5252"/>
                  </a:moveTo>
                  <a:cubicBezTo>
                    <a:pt x="8997" y="1188"/>
                    <a:pt x="16109" y="-590"/>
                    <a:pt x="23729" y="172"/>
                  </a:cubicBezTo>
                  <a:cubicBezTo>
                    <a:pt x="31349" y="934"/>
                    <a:pt x="38080" y="3855"/>
                    <a:pt x="43668" y="9062"/>
                  </a:cubicBezTo>
                  <a:cubicBezTo>
                    <a:pt x="45954" y="11221"/>
                    <a:pt x="46081" y="14777"/>
                    <a:pt x="44049" y="17063"/>
                  </a:cubicBezTo>
                  <a:cubicBezTo>
                    <a:pt x="42017" y="19349"/>
                    <a:pt x="38334" y="19476"/>
                    <a:pt x="36048" y="17444"/>
                  </a:cubicBezTo>
                  <a:cubicBezTo>
                    <a:pt x="32238" y="14015"/>
                    <a:pt x="27920" y="11983"/>
                    <a:pt x="22840" y="11475"/>
                  </a:cubicBezTo>
                  <a:lnTo>
                    <a:pt x="23348" y="5760"/>
                  </a:lnTo>
                  <a:lnTo>
                    <a:pt x="22840" y="11475"/>
                  </a:lnTo>
                  <a:cubicBezTo>
                    <a:pt x="17760" y="10967"/>
                    <a:pt x="13061" y="12110"/>
                    <a:pt x="8743" y="14904"/>
                  </a:cubicBezTo>
                  <a:cubicBezTo>
                    <a:pt x="6076" y="16555"/>
                    <a:pt x="2520" y="15793"/>
                    <a:pt x="869" y="13126"/>
                  </a:cubicBezTo>
                  <a:cubicBezTo>
                    <a:pt x="-782" y="10459"/>
                    <a:pt x="-20" y="6903"/>
                    <a:pt x="2647" y="5252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339400" y="198273"/>
              <a:ext cx="109235" cy="70433"/>
            </a:xfrm>
            <a:custGeom>
              <a:avLst/>
              <a:gdLst/>
              <a:ahLst/>
              <a:cxnLst/>
              <a:rect r="r" b="b" t="t" l="l"/>
              <a:pathLst>
                <a:path h="70433" w="109235">
                  <a:moveTo>
                    <a:pt x="8707" y="863"/>
                  </a:moveTo>
                  <a:lnTo>
                    <a:pt x="106497" y="59791"/>
                  </a:lnTo>
                  <a:cubicBezTo>
                    <a:pt x="109164" y="61442"/>
                    <a:pt x="110053" y="64871"/>
                    <a:pt x="108402" y="67665"/>
                  </a:cubicBezTo>
                  <a:cubicBezTo>
                    <a:pt x="106751" y="70459"/>
                    <a:pt x="103322" y="71221"/>
                    <a:pt x="100528" y="69570"/>
                  </a:cubicBezTo>
                  <a:lnTo>
                    <a:pt x="2738" y="10642"/>
                  </a:lnTo>
                  <a:cubicBezTo>
                    <a:pt x="71" y="8991"/>
                    <a:pt x="-818" y="5562"/>
                    <a:pt x="833" y="2768"/>
                  </a:cubicBezTo>
                  <a:cubicBezTo>
                    <a:pt x="2484" y="-26"/>
                    <a:pt x="5913" y="-788"/>
                    <a:pt x="8707" y="863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230053" y="346990"/>
              <a:ext cx="82692" cy="54304"/>
            </a:xfrm>
            <a:custGeom>
              <a:avLst/>
              <a:gdLst/>
              <a:ahLst/>
              <a:cxnLst/>
              <a:rect r="r" b="b" t="t" l="l"/>
              <a:pathLst>
                <a:path h="54304" w="82692">
                  <a:moveTo>
                    <a:pt x="73985" y="53441"/>
                  </a:moveTo>
                  <a:lnTo>
                    <a:pt x="2738" y="10642"/>
                  </a:lnTo>
                  <a:cubicBezTo>
                    <a:pt x="71" y="8991"/>
                    <a:pt x="-818" y="5562"/>
                    <a:pt x="833" y="2768"/>
                  </a:cubicBezTo>
                  <a:cubicBezTo>
                    <a:pt x="2484" y="-26"/>
                    <a:pt x="5913" y="-788"/>
                    <a:pt x="8707" y="863"/>
                  </a:cubicBezTo>
                  <a:lnTo>
                    <a:pt x="79954" y="43662"/>
                  </a:lnTo>
                  <a:cubicBezTo>
                    <a:pt x="82621" y="45313"/>
                    <a:pt x="83510" y="48742"/>
                    <a:pt x="81859" y="51536"/>
                  </a:cubicBezTo>
                  <a:cubicBezTo>
                    <a:pt x="80208" y="54330"/>
                    <a:pt x="76779" y="55092"/>
                    <a:pt x="73985" y="5344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433053" y="257214"/>
              <a:ext cx="23934" cy="35665"/>
            </a:xfrm>
            <a:custGeom>
              <a:avLst/>
              <a:gdLst/>
              <a:ahLst/>
              <a:cxnLst/>
              <a:rect r="r" b="b" t="t" l="l"/>
              <a:pathLst>
                <a:path h="35665" w="23934">
                  <a:moveTo>
                    <a:pt x="12463" y="596"/>
                  </a:moveTo>
                  <a:cubicBezTo>
                    <a:pt x="23004" y="5930"/>
                    <a:pt x="26433" y="14693"/>
                    <a:pt x="22115" y="23075"/>
                  </a:cubicBezTo>
                  <a:cubicBezTo>
                    <a:pt x="19321" y="28663"/>
                    <a:pt x="13606" y="32981"/>
                    <a:pt x="7764" y="35267"/>
                  </a:cubicBezTo>
                  <a:cubicBezTo>
                    <a:pt x="4843" y="36410"/>
                    <a:pt x="1541" y="35013"/>
                    <a:pt x="398" y="32092"/>
                  </a:cubicBezTo>
                  <a:cubicBezTo>
                    <a:pt x="-745" y="29171"/>
                    <a:pt x="652" y="25869"/>
                    <a:pt x="3573" y="24726"/>
                  </a:cubicBezTo>
                  <a:cubicBezTo>
                    <a:pt x="7637" y="23075"/>
                    <a:pt x="10812" y="20408"/>
                    <a:pt x="11955" y="17995"/>
                  </a:cubicBezTo>
                  <a:cubicBezTo>
                    <a:pt x="12717" y="16471"/>
                    <a:pt x="13606" y="13931"/>
                    <a:pt x="7256" y="10756"/>
                  </a:cubicBezTo>
                  <a:cubicBezTo>
                    <a:pt x="4462" y="9359"/>
                    <a:pt x="3319" y="5930"/>
                    <a:pt x="4716" y="3136"/>
                  </a:cubicBezTo>
                  <a:cubicBezTo>
                    <a:pt x="6113" y="342"/>
                    <a:pt x="9542" y="-801"/>
                    <a:pt x="12336" y="596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334066" y="281488"/>
              <a:ext cx="110378" cy="71135"/>
            </a:xfrm>
            <a:custGeom>
              <a:avLst/>
              <a:gdLst/>
              <a:ahLst/>
              <a:cxnLst/>
              <a:rect r="r" b="b" t="t" l="l"/>
              <a:pathLst>
                <a:path h="71135" w="110378">
                  <a:moveTo>
                    <a:pt x="107640" y="10612"/>
                  </a:moveTo>
                  <a:lnTo>
                    <a:pt x="8707" y="70302"/>
                  </a:lnTo>
                  <a:cubicBezTo>
                    <a:pt x="6040" y="71953"/>
                    <a:pt x="2484" y="71064"/>
                    <a:pt x="833" y="68397"/>
                  </a:cubicBezTo>
                  <a:cubicBezTo>
                    <a:pt x="-818" y="65730"/>
                    <a:pt x="71" y="62174"/>
                    <a:pt x="2738" y="60523"/>
                  </a:cubicBezTo>
                  <a:lnTo>
                    <a:pt x="101671" y="833"/>
                  </a:lnTo>
                  <a:cubicBezTo>
                    <a:pt x="104338" y="-818"/>
                    <a:pt x="107894" y="71"/>
                    <a:pt x="109545" y="2738"/>
                  </a:cubicBezTo>
                  <a:cubicBezTo>
                    <a:pt x="111196" y="5405"/>
                    <a:pt x="110307" y="8961"/>
                    <a:pt x="107640" y="10612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200716" y="345115"/>
              <a:ext cx="37480" cy="27320"/>
            </a:xfrm>
            <a:custGeom>
              <a:avLst/>
              <a:gdLst/>
              <a:ahLst/>
              <a:cxnLst/>
              <a:rect r="r" b="b" t="t" l="l"/>
              <a:pathLst>
                <a:path h="27320" w="37480">
                  <a:moveTo>
                    <a:pt x="2738" y="16708"/>
                  </a:moveTo>
                  <a:lnTo>
                    <a:pt x="28773" y="833"/>
                  </a:lnTo>
                  <a:cubicBezTo>
                    <a:pt x="31440" y="-818"/>
                    <a:pt x="34996" y="71"/>
                    <a:pt x="36647" y="2738"/>
                  </a:cubicBezTo>
                  <a:cubicBezTo>
                    <a:pt x="38298" y="5405"/>
                    <a:pt x="37409" y="8961"/>
                    <a:pt x="34742" y="10612"/>
                  </a:cubicBezTo>
                  <a:lnTo>
                    <a:pt x="8707" y="26487"/>
                  </a:lnTo>
                  <a:cubicBezTo>
                    <a:pt x="6040" y="28138"/>
                    <a:pt x="2484" y="27249"/>
                    <a:pt x="833" y="24582"/>
                  </a:cubicBezTo>
                  <a:cubicBezTo>
                    <a:pt x="-818" y="21915"/>
                    <a:pt x="71" y="18359"/>
                    <a:pt x="2738" y="16708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226751" y="293777"/>
              <a:ext cx="84851" cy="55574"/>
            </a:xfrm>
            <a:custGeom>
              <a:avLst/>
              <a:gdLst/>
              <a:ahLst/>
              <a:cxnLst/>
              <a:rect r="r" b="b" t="t" l="l"/>
              <a:pathLst>
                <a:path h="55574" w="84851">
                  <a:moveTo>
                    <a:pt x="76144" y="54711"/>
                  </a:moveTo>
                  <a:lnTo>
                    <a:pt x="2738" y="10642"/>
                  </a:lnTo>
                  <a:cubicBezTo>
                    <a:pt x="71" y="8991"/>
                    <a:pt x="-818" y="5562"/>
                    <a:pt x="833" y="2768"/>
                  </a:cubicBezTo>
                  <a:cubicBezTo>
                    <a:pt x="2484" y="-26"/>
                    <a:pt x="5913" y="-788"/>
                    <a:pt x="8707" y="863"/>
                  </a:cubicBezTo>
                  <a:lnTo>
                    <a:pt x="82113" y="44932"/>
                  </a:lnTo>
                  <a:cubicBezTo>
                    <a:pt x="84780" y="46583"/>
                    <a:pt x="85669" y="50012"/>
                    <a:pt x="84018" y="52806"/>
                  </a:cubicBezTo>
                  <a:cubicBezTo>
                    <a:pt x="82367" y="55600"/>
                    <a:pt x="78938" y="56362"/>
                    <a:pt x="76144" y="54711"/>
                  </a:cubicBezTo>
                  <a:close/>
                </a:path>
              </a:pathLst>
            </a:custGeom>
            <a:solidFill>
              <a:srgbClr val="D6D9D7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875422" y="562911"/>
            <a:ext cx="6514744" cy="83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4"/>
              </a:lnSpc>
            </a:pPr>
            <a:r>
              <a:rPr lang="en-US" sz="4796" spc="47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Normalization Process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480397" y="1984933"/>
            <a:ext cx="79521" cy="41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398" spc="23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849980" y="1984933"/>
            <a:ext cx="3407420" cy="41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398" spc="23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First</a:t>
            </a:r>
            <a:r>
              <a:rPr lang="en-US" sz="2398" spc="2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8" spc="23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Normal</a:t>
            </a:r>
            <a:r>
              <a:rPr lang="en-US" sz="2398" spc="2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8" spc="23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Form</a:t>
            </a:r>
            <a:r>
              <a:rPr lang="en-US" sz="2398" spc="2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8" spc="23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(1NF)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5047744" y="2588929"/>
            <a:ext cx="69830" cy="33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1918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215439" y="4407793"/>
            <a:ext cx="3951034" cy="41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398" spc="23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Second Normal Form (2NF)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926614" y="5011788"/>
            <a:ext cx="69830" cy="33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1918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580899" y="7175557"/>
            <a:ext cx="6206919" cy="214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398" spc="23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Third Normal Form (3NF)</a:t>
            </a:r>
          </a:p>
          <a:p>
            <a:pPr algn="l">
              <a:lnSpc>
                <a:spcPts val="3090"/>
              </a:lnSpc>
            </a:pPr>
            <a:r>
              <a:rPr lang="en-US" sz="1918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Eliminate transitive dependencies where non-key attributes depend on other non-key attributes. This requires separate status and grade tables to prevent redundant data storage and update anomalies.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849980" y="2588929"/>
            <a:ext cx="7265464" cy="33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1918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Eliminate repeatinggroupsby ensuring atomic values in each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849980" y="2952884"/>
            <a:ext cx="7114895" cy="73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5"/>
              </a:lnSpc>
            </a:pPr>
            <a:r>
              <a:rPr lang="en-US" sz="1918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column. Create separate tables for assignments, status, and grades instead of storing them as arrays in student records.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3215439" y="5011788"/>
            <a:ext cx="6367423" cy="33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1918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Remove partialdependencies by ensuring all non-key 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215439" y="5366219"/>
            <a:ext cx="7001860" cy="114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1918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attributes depend on the entire primary key. This separates enrollment details from student information and course details from faculty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7565" y="-83372"/>
            <a:ext cx="15172857" cy="10445927"/>
          </a:xfrm>
          <a:custGeom>
            <a:avLst/>
            <a:gdLst/>
            <a:ahLst/>
            <a:cxnLst/>
            <a:rect r="r" b="b" t="t" l="l"/>
            <a:pathLst>
              <a:path h="10445927" w="15172857">
                <a:moveTo>
                  <a:pt x="0" y="0"/>
                </a:moveTo>
                <a:lnTo>
                  <a:pt x="15172857" y="0"/>
                </a:lnTo>
                <a:lnTo>
                  <a:pt x="15172857" y="10445928"/>
                </a:lnTo>
                <a:lnTo>
                  <a:pt x="0" y="104459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28758" y="504007"/>
            <a:ext cx="10581995" cy="784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sz="4430" spc="44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Challenges, Conclusion &amp; Future Scope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53850" y="2796214"/>
            <a:ext cx="4063534" cy="161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215" spc="22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Relationship Complexity</a:t>
            </a:r>
          </a:p>
          <a:p>
            <a:pPr algn="l">
              <a:lnSpc>
                <a:spcPts val="2805"/>
              </a:lnSpc>
            </a:pPr>
            <a:r>
              <a:rPr lang="en-US" sz="1772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Managing M:N relationships required junction tables and careful foreign key placement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30678" y="2796214"/>
            <a:ext cx="3607135" cy="161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215" spc="22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Normalization Depth</a:t>
            </a:r>
          </a:p>
          <a:p>
            <a:pPr algn="l">
              <a:lnSpc>
                <a:spcPts val="2805"/>
              </a:lnSpc>
            </a:pPr>
            <a:r>
              <a:rPr lang="en-US" sz="1772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3NF implementation demanded multiple table splits and complex constraint management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07506" y="2796214"/>
            <a:ext cx="4004735" cy="161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7"/>
              </a:lnSpc>
            </a:pPr>
            <a:r>
              <a:rPr lang="en-US" sz="2215" spc="22">
                <a:solidFill>
                  <a:srgbClr val="D6D9D7"/>
                </a:solidFill>
                <a:latin typeface="Open Sans"/>
                <a:ea typeface="Open Sans"/>
                <a:cs typeface="Open Sans"/>
                <a:sym typeface="Open Sans"/>
              </a:rPr>
              <a:t>SQL Debugging</a:t>
            </a:r>
          </a:p>
          <a:p>
            <a:pPr algn="l">
              <a:lnSpc>
                <a:spcPts val="2805"/>
              </a:lnSpc>
            </a:pPr>
            <a:r>
              <a:rPr lang="en-US" sz="1772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Safe update mode restrictions and JOIN syntax errors required iterative testing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88668" y="7918071"/>
            <a:ext cx="8943389" cy="170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1772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Implement secure user authentication and login system with encrypted credentials Develop web or mobile frontend interface for user interaction</a:t>
            </a:r>
          </a:p>
          <a:p>
            <a:pPr algn="l">
              <a:lnSpc>
                <a:spcPts val="3445"/>
              </a:lnSpc>
            </a:pPr>
            <a:r>
              <a:rPr lang="en-US" sz="1772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Add real-time progress tracking and dashboard analytics</a:t>
            </a:r>
          </a:p>
          <a:p>
            <a:pPr algn="l">
              <a:lnSpc>
                <a:spcPts val="3445"/>
              </a:lnSpc>
            </a:pPr>
            <a:r>
              <a:rPr lang="en-US" sz="1772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Integrate notification system for assignment deadlines and grade updates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28758" y="6149475"/>
            <a:ext cx="13754903" cy="69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5"/>
              </a:lnSpc>
            </a:pPr>
            <a:r>
              <a:rPr lang="en-US" sz="1772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The database system was successfully designed and implemented with efficient, scalable architecture following normalization principles. The schema supports complex queries and maintains data integrity through proper constraints.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28758" y="5344468"/>
            <a:ext cx="2603938" cy="470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spc="26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Project Success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28758" y="7157708"/>
            <a:ext cx="3568907" cy="470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8" spc="26">
                <a:solidFill>
                  <a:srgbClr val="F7F7F8"/>
                </a:solidFill>
                <a:latin typeface="Open Sans"/>
                <a:ea typeface="Open Sans"/>
                <a:cs typeface="Open Sans"/>
                <a:sym typeface="Open Sans"/>
              </a:rPr>
              <a:t>Future Enhancements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DAHIT6OgqWM</dc:identifier>
  <dcterms:modified xsi:type="dcterms:W3CDTF">2011-08-01T06:04:30Z</dcterms:modified>
  <cp:revision>1</cp:revision>
  <dc:title>ER DIAGRAM</dc:title>
</cp:coreProperties>
</file>